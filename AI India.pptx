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17" r:id="rId1"/>
  </p:sldMasterIdLst>
  <p:notesMasterIdLst>
    <p:notesMasterId r:id="rId17"/>
  </p:notesMasterIdLst>
  <p:handoutMasterIdLst>
    <p:handoutMasterId r:id="rId18"/>
  </p:handoutMasterIdLst>
  <p:sldIdLst>
    <p:sldId id="469" r:id="rId2"/>
    <p:sldId id="257" r:id="rId3"/>
    <p:sldId id="2147469662" r:id="rId4"/>
    <p:sldId id="2147469663" r:id="rId5"/>
    <p:sldId id="2147469617" r:id="rId6"/>
    <p:sldId id="2147469666" r:id="rId7"/>
    <p:sldId id="2147469665" r:id="rId8"/>
    <p:sldId id="2147469512" r:id="rId9"/>
    <p:sldId id="2147469664" r:id="rId10"/>
    <p:sldId id="2147469661" r:id="rId11"/>
    <p:sldId id="2147469667" r:id="rId12"/>
    <p:sldId id="654" r:id="rId13"/>
    <p:sldId id="2147469668" r:id="rId14"/>
    <p:sldId id="2147469669" r:id="rId15"/>
    <p:sldId id="21474696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BA524DB-2B03-4280-8642-10099E6733C0}">
          <p14:sldIdLst>
            <p14:sldId id="469"/>
            <p14:sldId id="257"/>
            <p14:sldId id="2147469662"/>
            <p14:sldId id="2147469663"/>
            <p14:sldId id="2147469617"/>
            <p14:sldId id="2147469666"/>
            <p14:sldId id="2147469665"/>
            <p14:sldId id="2147469512"/>
            <p14:sldId id="2147469664"/>
            <p14:sldId id="2147469661"/>
            <p14:sldId id="2147469667"/>
            <p14:sldId id="654"/>
            <p14:sldId id="2147469668"/>
            <p14:sldId id="2147469669"/>
            <p14:sldId id="214746967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1EBA"/>
    <a:srgbClr val="7EC234"/>
    <a:srgbClr val="FF9900"/>
    <a:srgbClr val="0070C0"/>
    <a:srgbClr val="146BD8"/>
    <a:srgbClr val="DC5F3F"/>
    <a:srgbClr val="FF3300"/>
    <a:srgbClr val="FF3399"/>
    <a:srgbClr val="FFFFFF"/>
    <a:srgbClr val="DD3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428254-911A-4403-B6BC-7CA5DAD23C34}" v="117" dt="2026-04-21T04:29:32.5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6" autoAdjust="0"/>
    <p:restoredTop sz="64180" autoAdjust="0"/>
  </p:normalViewPr>
  <p:slideViewPr>
    <p:cSldViewPr snapToGrid="0">
      <p:cViewPr varScale="1">
        <p:scale>
          <a:sx n="127" d="100"/>
          <a:sy n="127" d="100"/>
        </p:scale>
        <p:origin x="120" y="2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lendra Chauhan" userId="a7d3133f-e197-4b90-bf63-99a63a264234" providerId="ADAL" clId="{1402DAB5-5DE4-4E7B-A162-318437710F7D}"/>
    <pc:docChg chg="undo redo custSel addSld delSld modSld sldOrd addMainMaster delMainMaster modMainMaster modSection">
      <pc:chgData name="Shailendra Chauhan" userId="a7d3133f-e197-4b90-bf63-99a63a264234" providerId="ADAL" clId="{1402DAB5-5DE4-4E7B-A162-318437710F7D}" dt="2026-04-21T04:30:12.018" v="8866" actId="700"/>
      <pc:docMkLst>
        <pc:docMk/>
      </pc:docMkLst>
      <pc:sldChg chg="delSp modSp mod delAnim">
        <pc:chgData name="Shailendra Chauhan" userId="a7d3133f-e197-4b90-bf63-99a63a264234" providerId="ADAL" clId="{1402DAB5-5DE4-4E7B-A162-318437710F7D}" dt="2026-04-11T16:47:22.607" v="7929" actId="20577"/>
        <pc:sldMkLst>
          <pc:docMk/>
          <pc:sldMk cId="0" sldId="257"/>
        </pc:sldMkLst>
        <pc:spChg chg="mod">
          <ac:chgData name="Shailendra Chauhan" userId="a7d3133f-e197-4b90-bf63-99a63a264234" providerId="ADAL" clId="{1402DAB5-5DE4-4E7B-A162-318437710F7D}" dt="2026-04-11T16:47:22.607" v="7929" actId="20577"/>
          <ac:spMkLst>
            <pc:docMk/>
            <pc:sldMk cId="0" sldId="257"/>
            <ac:spMk id="134" creationId="{00000000-0000-0000-0000-000000000000}"/>
          </ac:spMkLst>
        </pc:spChg>
      </pc:sldChg>
      <pc:sldChg chg="modSp mod addAnim delAnim modAnim">
        <pc:chgData name="Shailendra Chauhan" userId="a7d3133f-e197-4b90-bf63-99a63a264234" providerId="ADAL" clId="{1402DAB5-5DE4-4E7B-A162-318437710F7D}" dt="2026-04-11T17:41:48.747" v="8567" actId="20577"/>
        <pc:sldMkLst>
          <pc:docMk/>
          <pc:sldMk cId="3887992561" sldId="469"/>
        </pc:sldMkLst>
        <pc:spChg chg="mod">
          <ac:chgData name="Shailendra Chauhan" userId="a7d3133f-e197-4b90-bf63-99a63a264234" providerId="ADAL" clId="{1402DAB5-5DE4-4E7B-A162-318437710F7D}" dt="2026-04-11T17:41:48.747" v="8567" actId="20577"/>
          <ac:spMkLst>
            <pc:docMk/>
            <pc:sldMk cId="3887992561" sldId="469"/>
            <ac:spMk id="3" creationId="{60E6D94F-425D-F0B6-C361-901EFC2E605C}"/>
          </ac:spMkLst>
        </pc:spChg>
        <pc:spChg chg="mod">
          <ac:chgData name="Shailendra Chauhan" userId="a7d3133f-e197-4b90-bf63-99a63a264234" providerId="ADAL" clId="{1402DAB5-5DE4-4E7B-A162-318437710F7D}" dt="2026-04-09T16:50:28.818" v="6069" actId="27636"/>
          <ac:spMkLst>
            <pc:docMk/>
            <pc:sldMk cId="3887992561" sldId="469"/>
            <ac:spMk id="4" creationId="{6BD19DD9-BF0A-8670-F474-8E191214AE70}"/>
          </ac:spMkLst>
        </pc:spChg>
      </pc:sldChg>
      <pc:sldChg chg="addSp delSp modSp add mod ord modAnim modShow chgLayout">
        <pc:chgData name="Shailendra Chauhan" userId="a7d3133f-e197-4b90-bf63-99a63a264234" providerId="ADAL" clId="{1402DAB5-5DE4-4E7B-A162-318437710F7D}" dt="2026-04-12T05:43:52.662" v="8636" actId="729"/>
        <pc:sldMkLst>
          <pc:docMk/>
          <pc:sldMk cId="3000737357" sldId="654"/>
        </pc:sldMkLst>
        <pc:spChg chg="mod ord">
          <ac:chgData name="Shailendra Chauhan" userId="a7d3133f-e197-4b90-bf63-99a63a264234" providerId="ADAL" clId="{1402DAB5-5DE4-4E7B-A162-318437710F7D}" dt="2026-04-12T05:43:46.614" v="8635" actId="6264"/>
          <ac:spMkLst>
            <pc:docMk/>
            <pc:sldMk cId="3000737357" sldId="654"/>
            <ac:spMk id="2" creationId="{C612D4E4-63F9-4612-B82A-E23B4A811666}"/>
          </ac:spMkLst>
        </pc:spChg>
        <pc:spChg chg="mod ord">
          <ac:chgData name="Shailendra Chauhan" userId="a7d3133f-e197-4b90-bf63-99a63a264234" providerId="ADAL" clId="{1402DAB5-5DE4-4E7B-A162-318437710F7D}" dt="2026-04-12T05:43:46.614" v="8635" actId="6264"/>
          <ac:spMkLst>
            <pc:docMk/>
            <pc:sldMk cId="3000737357" sldId="654"/>
            <ac:spMk id="3" creationId="{70787279-70AD-44D5-8D6D-7217330FE10F}"/>
          </ac:spMkLst>
        </pc:spChg>
      </pc:sldChg>
      <pc:sldChg chg="del">
        <pc:chgData name="Shailendra Chauhan" userId="a7d3133f-e197-4b90-bf63-99a63a264234" providerId="ADAL" clId="{1402DAB5-5DE4-4E7B-A162-318437710F7D}" dt="2026-04-21T04:29:58.334" v="8862" actId="2696"/>
        <pc:sldMkLst>
          <pc:docMk/>
          <pc:sldMk cId="3642256974" sldId="3833"/>
        </pc:sldMkLst>
      </pc:sldChg>
      <pc:sldChg chg="delSp modSp add mod ord modClrScheme chgLayout">
        <pc:chgData name="Shailendra Chauhan" userId="a7d3133f-e197-4b90-bf63-99a63a264234" providerId="ADAL" clId="{1402DAB5-5DE4-4E7B-A162-318437710F7D}" dt="2026-04-11T17:42:18.064" v="8570" actId="20577"/>
        <pc:sldMkLst>
          <pc:docMk/>
          <pc:sldMk cId="392980971" sldId="2147469512"/>
        </pc:sldMkLst>
        <pc:spChg chg="mod ord">
          <ac:chgData name="Shailendra Chauhan" userId="a7d3133f-e197-4b90-bf63-99a63a264234" providerId="ADAL" clId="{1402DAB5-5DE4-4E7B-A162-318437710F7D}" dt="2026-04-11T17:42:18.064" v="8570" actId="20577"/>
          <ac:spMkLst>
            <pc:docMk/>
            <pc:sldMk cId="392980971" sldId="2147469512"/>
            <ac:spMk id="3" creationId="{37132562-4C59-4C84-1646-E224AD43AAE1}"/>
          </ac:spMkLst>
        </pc:spChg>
      </pc:sldChg>
      <pc:sldChg chg="addSp delSp modSp add mod ord addAnim delAnim modAnim modNotesTx">
        <pc:chgData name="Shailendra Chauhan" userId="a7d3133f-e197-4b90-bf63-99a63a264234" providerId="ADAL" clId="{1402DAB5-5DE4-4E7B-A162-318437710F7D}" dt="2026-04-11T17:26:48.461" v="8365" actId="6549"/>
        <pc:sldMkLst>
          <pc:docMk/>
          <pc:sldMk cId="3744449211" sldId="2147469617"/>
        </pc:sldMkLst>
        <pc:spChg chg="mod">
          <ac:chgData name="Shailendra Chauhan" userId="a7d3133f-e197-4b90-bf63-99a63a264234" providerId="ADAL" clId="{1402DAB5-5DE4-4E7B-A162-318437710F7D}" dt="2026-04-11T17:11:34.186" v="8293" actId="20577"/>
          <ac:spMkLst>
            <pc:docMk/>
            <pc:sldMk cId="3744449211" sldId="2147469617"/>
            <ac:spMk id="2" creationId="{C612D4E4-63F9-4612-B82A-E23B4A811666}"/>
          </ac:spMkLst>
        </pc:spChg>
        <pc:spChg chg="mod">
          <ac:chgData name="Shailendra Chauhan" userId="a7d3133f-e197-4b90-bf63-99a63a264234" providerId="ADAL" clId="{1402DAB5-5DE4-4E7B-A162-318437710F7D}" dt="2026-04-11T17:12:29.932" v="8314" actId="20577"/>
          <ac:spMkLst>
            <pc:docMk/>
            <pc:sldMk cId="3744449211" sldId="2147469617"/>
            <ac:spMk id="3" creationId="{70787279-70AD-44D5-8D6D-7217330FE10F}"/>
          </ac:spMkLst>
        </pc:spChg>
        <pc:picChg chg="add mod">
          <ac:chgData name="Shailendra Chauhan" userId="a7d3133f-e197-4b90-bf63-99a63a264234" providerId="ADAL" clId="{1402DAB5-5DE4-4E7B-A162-318437710F7D}" dt="2026-04-11T17:25:16.450" v="8358" actId="1036"/>
          <ac:picMkLst>
            <pc:docMk/>
            <pc:sldMk cId="3744449211" sldId="2147469617"/>
            <ac:picMk id="6" creationId="{9B500EF2-8C86-108D-34B0-558FFF1197C0}"/>
          </ac:picMkLst>
        </pc:picChg>
      </pc:sldChg>
      <pc:sldChg chg="addSp delSp modSp add mod modAnim">
        <pc:chgData name="Shailendra Chauhan" userId="a7d3133f-e197-4b90-bf63-99a63a264234" providerId="ADAL" clId="{1402DAB5-5DE4-4E7B-A162-318437710F7D}" dt="2026-04-12T05:39:32.910" v="8612" actId="1037"/>
        <pc:sldMkLst>
          <pc:docMk/>
          <pc:sldMk cId="2135084115" sldId="2147469661"/>
        </pc:sldMkLst>
        <pc:spChg chg="mod">
          <ac:chgData name="Shailendra Chauhan" userId="a7d3133f-e197-4b90-bf63-99a63a264234" providerId="ADAL" clId="{1402DAB5-5DE4-4E7B-A162-318437710F7D}" dt="2026-04-11T17:41:23.259" v="8555" actId="20577"/>
          <ac:spMkLst>
            <pc:docMk/>
            <pc:sldMk cId="2135084115" sldId="2147469661"/>
            <ac:spMk id="3" creationId="{8206D59A-24BB-92EC-B58D-80CE6F090780}"/>
          </ac:spMkLst>
        </pc:spChg>
        <pc:spChg chg="mod topLvl">
          <ac:chgData name="Shailendra Chauhan" userId="a7d3133f-e197-4b90-bf63-99a63a264234" providerId="ADAL" clId="{1402DAB5-5DE4-4E7B-A162-318437710F7D}" dt="2026-04-12T05:39:32.910" v="8612" actId="1037"/>
          <ac:spMkLst>
            <pc:docMk/>
            <pc:sldMk cId="2135084115" sldId="2147469661"/>
            <ac:spMk id="9" creationId="{F5933544-DD96-A4C1-E6DF-AABC288FDA0F}"/>
          </ac:spMkLst>
        </pc:spChg>
        <pc:spChg chg="mod topLvl">
          <ac:chgData name="Shailendra Chauhan" userId="a7d3133f-e197-4b90-bf63-99a63a264234" providerId="ADAL" clId="{1402DAB5-5DE4-4E7B-A162-318437710F7D}" dt="2026-04-12T05:39:32.910" v="8612" actId="1037"/>
          <ac:spMkLst>
            <pc:docMk/>
            <pc:sldMk cId="2135084115" sldId="2147469661"/>
            <ac:spMk id="10" creationId="{3D23CB75-B24C-7554-85C4-BE8799A742F1}"/>
          </ac:spMkLst>
        </pc:spChg>
        <pc:spChg chg="mod topLvl">
          <ac:chgData name="Shailendra Chauhan" userId="a7d3133f-e197-4b90-bf63-99a63a264234" providerId="ADAL" clId="{1402DAB5-5DE4-4E7B-A162-318437710F7D}" dt="2026-04-12T05:39:32.910" v="8612" actId="1037"/>
          <ac:spMkLst>
            <pc:docMk/>
            <pc:sldMk cId="2135084115" sldId="2147469661"/>
            <ac:spMk id="11" creationId="{D7BDA7CB-7DDA-9ADD-8527-802FE07D622B}"/>
          </ac:spMkLst>
        </pc:spChg>
        <pc:spChg chg="mod topLvl">
          <ac:chgData name="Shailendra Chauhan" userId="a7d3133f-e197-4b90-bf63-99a63a264234" providerId="ADAL" clId="{1402DAB5-5DE4-4E7B-A162-318437710F7D}" dt="2026-04-12T05:39:32.910" v="8612" actId="1037"/>
          <ac:spMkLst>
            <pc:docMk/>
            <pc:sldMk cId="2135084115" sldId="2147469661"/>
            <ac:spMk id="12" creationId="{10821C45-0689-105C-13E9-C78C7D94969A}"/>
          </ac:spMkLst>
        </pc:spChg>
        <pc:spChg chg="mod topLvl">
          <ac:chgData name="Shailendra Chauhan" userId="a7d3133f-e197-4b90-bf63-99a63a264234" providerId="ADAL" clId="{1402DAB5-5DE4-4E7B-A162-318437710F7D}" dt="2026-04-12T05:39:32.910" v="8612" actId="1037"/>
          <ac:spMkLst>
            <pc:docMk/>
            <pc:sldMk cId="2135084115" sldId="2147469661"/>
            <ac:spMk id="13" creationId="{49451647-69A1-8236-29FF-783B48DA418B}"/>
          </ac:spMkLst>
        </pc:spChg>
        <pc:grpChg chg="add mod">
          <ac:chgData name="Shailendra Chauhan" userId="a7d3133f-e197-4b90-bf63-99a63a264234" providerId="ADAL" clId="{1402DAB5-5DE4-4E7B-A162-318437710F7D}" dt="2026-04-12T05:39:32.910" v="8612" actId="1037"/>
          <ac:grpSpMkLst>
            <pc:docMk/>
            <pc:sldMk cId="2135084115" sldId="2147469661"/>
            <ac:grpSpMk id="14" creationId="{598D2C4D-59B3-78C6-DAD8-8448A30586A7}"/>
          </ac:grpSpMkLst>
        </pc:grpChg>
        <pc:grpChg chg="add mod">
          <ac:chgData name="Shailendra Chauhan" userId="a7d3133f-e197-4b90-bf63-99a63a264234" providerId="ADAL" clId="{1402DAB5-5DE4-4E7B-A162-318437710F7D}" dt="2026-04-12T05:38:01.476" v="8587" actId="164"/>
          <ac:grpSpMkLst>
            <pc:docMk/>
            <pc:sldMk cId="2135084115" sldId="2147469661"/>
            <ac:grpSpMk id="15" creationId="{31E14B45-E0E6-1C98-B82A-FB41F04CC8FF}"/>
          </ac:grpSpMkLst>
        </pc:grpChg>
        <pc:grpChg chg="add mod">
          <ac:chgData name="Shailendra Chauhan" userId="a7d3133f-e197-4b90-bf63-99a63a264234" providerId="ADAL" clId="{1402DAB5-5DE4-4E7B-A162-318437710F7D}" dt="2026-04-12T05:39:32.910" v="8612" actId="1037"/>
          <ac:grpSpMkLst>
            <pc:docMk/>
            <pc:sldMk cId="2135084115" sldId="2147469661"/>
            <ac:grpSpMk id="16" creationId="{40310674-9121-1BC6-9570-1257D719E8A5}"/>
          </ac:grpSpMkLst>
        </pc:grpChg>
        <pc:picChg chg="add mod">
          <ac:chgData name="Shailendra Chauhan" userId="a7d3133f-e197-4b90-bf63-99a63a264234" providerId="ADAL" clId="{1402DAB5-5DE4-4E7B-A162-318437710F7D}" dt="2026-04-12T05:39:32.910" v="8612" actId="1037"/>
          <ac:picMkLst>
            <pc:docMk/>
            <pc:sldMk cId="2135084115" sldId="2147469661"/>
            <ac:picMk id="2" creationId="{34938143-F175-AEC8-7BE9-ECC729DAB742}"/>
          </ac:picMkLst>
        </pc:picChg>
        <pc:picChg chg="add mod">
          <ac:chgData name="Shailendra Chauhan" userId="a7d3133f-e197-4b90-bf63-99a63a264234" providerId="ADAL" clId="{1402DAB5-5DE4-4E7B-A162-318437710F7D}" dt="2026-04-12T05:39:32.910" v="8612" actId="1037"/>
          <ac:picMkLst>
            <pc:docMk/>
            <pc:sldMk cId="2135084115" sldId="2147469661"/>
            <ac:picMk id="4" creationId="{BDE3FC7B-C150-22AA-026D-DD076BFCA07A}"/>
          </ac:picMkLst>
        </pc:picChg>
        <pc:picChg chg="add mod">
          <ac:chgData name="Shailendra Chauhan" userId="a7d3133f-e197-4b90-bf63-99a63a264234" providerId="ADAL" clId="{1402DAB5-5DE4-4E7B-A162-318437710F7D}" dt="2026-04-12T05:39:32.910" v="8612" actId="1037"/>
          <ac:picMkLst>
            <pc:docMk/>
            <pc:sldMk cId="2135084115" sldId="2147469661"/>
            <ac:picMk id="8" creationId="{CD121671-8F82-B387-35B7-07CEF76D0B7F}"/>
          </ac:picMkLst>
        </pc:picChg>
      </pc:sldChg>
      <pc:sldChg chg="addSp delSp modSp new mod modClrScheme addAnim delAnim modAnim chgLayout modNotesTx">
        <pc:chgData name="Shailendra Chauhan" userId="a7d3133f-e197-4b90-bf63-99a63a264234" providerId="ADAL" clId="{1402DAB5-5DE4-4E7B-A162-318437710F7D}" dt="2026-04-11T16:48:03.060" v="7931"/>
        <pc:sldMkLst>
          <pc:docMk/>
          <pc:sldMk cId="1931286649" sldId="2147469662"/>
        </pc:sldMkLst>
        <pc:spChg chg="add mod ord">
          <ac:chgData name="Shailendra Chauhan" userId="a7d3133f-e197-4b90-bf63-99a63a264234" providerId="ADAL" clId="{1402DAB5-5DE4-4E7B-A162-318437710F7D}" dt="2026-04-09T17:23:38.791" v="6272" actId="20577"/>
          <ac:spMkLst>
            <pc:docMk/>
            <pc:sldMk cId="1931286649" sldId="2147469662"/>
            <ac:spMk id="4" creationId="{63519F18-72A2-223C-B3A2-480C8847E8C6}"/>
          </ac:spMkLst>
        </pc:spChg>
        <pc:spChg chg="add mod ord">
          <ac:chgData name="Shailendra Chauhan" userId="a7d3133f-e197-4b90-bf63-99a63a264234" providerId="ADAL" clId="{1402DAB5-5DE4-4E7B-A162-318437710F7D}" dt="2026-04-09T17:18:25.339" v="6231"/>
          <ac:spMkLst>
            <pc:docMk/>
            <pc:sldMk cId="1931286649" sldId="2147469662"/>
            <ac:spMk id="5" creationId="{AEB0E212-4405-7FE6-D98C-C4266D0E1B58}"/>
          </ac:spMkLst>
        </pc:spChg>
      </pc:sldChg>
      <pc:sldChg chg="addSp delSp modSp new mod modClrScheme modAnim chgLayout">
        <pc:chgData name="Shailendra Chauhan" userId="a7d3133f-e197-4b90-bf63-99a63a264234" providerId="ADAL" clId="{1402DAB5-5DE4-4E7B-A162-318437710F7D}" dt="2026-04-11T16:49:16.801" v="7934"/>
        <pc:sldMkLst>
          <pc:docMk/>
          <pc:sldMk cId="978568727" sldId="2147469663"/>
        </pc:sldMkLst>
        <pc:spChg chg="mod ord">
          <ac:chgData name="Shailendra Chauhan" userId="a7d3133f-e197-4b90-bf63-99a63a264234" providerId="ADAL" clId="{1402DAB5-5DE4-4E7B-A162-318437710F7D}" dt="2026-04-11T16:49:03.343" v="7932" actId="14100"/>
          <ac:spMkLst>
            <pc:docMk/>
            <pc:sldMk cId="978568727" sldId="2147469663"/>
            <ac:spMk id="3" creationId="{946AAC1C-E1E7-BFF2-8BD9-FCFB99924B2E}"/>
          </ac:spMkLst>
        </pc:spChg>
        <pc:spChg chg="add mod">
          <ac:chgData name="Shailendra Chauhan" userId="a7d3133f-e197-4b90-bf63-99a63a264234" providerId="ADAL" clId="{1402DAB5-5DE4-4E7B-A162-318437710F7D}" dt="2026-04-09T17:27:37.799" v="6403" actId="21"/>
          <ac:spMkLst>
            <pc:docMk/>
            <pc:sldMk cId="978568727" sldId="2147469663"/>
            <ac:spMk id="22" creationId="{75E55B07-8232-719D-0125-F7BB0459DC82}"/>
          </ac:spMkLst>
        </pc:spChg>
        <pc:spChg chg="add mod">
          <ac:chgData name="Shailendra Chauhan" userId="a7d3133f-e197-4b90-bf63-99a63a264234" providerId="ADAL" clId="{1402DAB5-5DE4-4E7B-A162-318437710F7D}" dt="2026-04-09T17:29:51.958" v="6487" actId="1037"/>
          <ac:spMkLst>
            <pc:docMk/>
            <pc:sldMk cId="978568727" sldId="2147469663"/>
            <ac:spMk id="23" creationId="{FCEEC3DF-9A78-05CF-F917-540FC79CF842}"/>
          </ac:spMkLst>
        </pc:spChg>
        <pc:spChg chg="add mod">
          <ac:chgData name="Shailendra Chauhan" userId="a7d3133f-e197-4b90-bf63-99a63a264234" providerId="ADAL" clId="{1402DAB5-5DE4-4E7B-A162-318437710F7D}" dt="2026-04-09T17:29:51.958" v="6487" actId="1037"/>
          <ac:spMkLst>
            <pc:docMk/>
            <pc:sldMk cId="978568727" sldId="2147469663"/>
            <ac:spMk id="24" creationId="{F1C03434-E6DA-936D-2B62-1FC25BD56199}"/>
          </ac:spMkLst>
        </pc:spChg>
        <pc:spChg chg="mod">
          <ac:chgData name="Shailendra Chauhan" userId="a7d3133f-e197-4b90-bf63-99a63a264234" providerId="ADAL" clId="{1402DAB5-5DE4-4E7B-A162-318437710F7D}" dt="2026-04-09T17:29:51.958" v="6487" actId="1037"/>
          <ac:spMkLst>
            <pc:docMk/>
            <pc:sldMk cId="978568727" sldId="2147469663"/>
            <ac:spMk id="26" creationId="{FEB47402-1DEA-0035-3552-3E859048A1FC}"/>
          </ac:spMkLst>
        </pc:spChg>
        <pc:spChg chg="add mod">
          <ac:chgData name="Shailendra Chauhan" userId="a7d3133f-e197-4b90-bf63-99a63a264234" providerId="ADAL" clId="{1402DAB5-5DE4-4E7B-A162-318437710F7D}" dt="2026-04-09T17:34:16.367" v="6513" actId="207"/>
          <ac:spMkLst>
            <pc:docMk/>
            <pc:sldMk cId="978568727" sldId="2147469663"/>
            <ac:spMk id="27" creationId="{62581128-8767-403E-19B6-2A137AC6DCA1}"/>
          </ac:spMkLst>
        </pc:spChg>
        <pc:spChg chg="mod">
          <ac:chgData name="Shailendra Chauhan" userId="a7d3133f-e197-4b90-bf63-99a63a264234" providerId="ADAL" clId="{1402DAB5-5DE4-4E7B-A162-318437710F7D}" dt="2026-04-09T17:29:37.854" v="6444" actId="1038"/>
          <ac:spMkLst>
            <pc:docMk/>
            <pc:sldMk cId="978568727" sldId="2147469663"/>
            <ac:spMk id="28" creationId="{015239BA-87D5-D211-38AC-BE93F68D5968}"/>
          </ac:spMkLst>
        </pc:spChg>
        <pc:spChg chg="mod">
          <ac:chgData name="Shailendra Chauhan" userId="a7d3133f-e197-4b90-bf63-99a63a264234" providerId="ADAL" clId="{1402DAB5-5DE4-4E7B-A162-318437710F7D}" dt="2026-04-09T17:29:37.854" v="6444" actId="1038"/>
          <ac:spMkLst>
            <pc:docMk/>
            <pc:sldMk cId="978568727" sldId="2147469663"/>
            <ac:spMk id="29" creationId="{AB69626D-A3D3-A13E-DA87-97EB88F735BE}"/>
          </ac:spMkLst>
        </pc:spChg>
        <pc:spChg chg="add mod">
          <ac:chgData name="Shailendra Chauhan" userId="a7d3133f-e197-4b90-bf63-99a63a264234" providerId="ADAL" clId="{1402DAB5-5DE4-4E7B-A162-318437710F7D}" dt="2026-04-09T17:29:37.854" v="6444" actId="1038"/>
          <ac:spMkLst>
            <pc:docMk/>
            <pc:sldMk cId="978568727" sldId="2147469663"/>
            <ac:spMk id="31" creationId="{852A81EB-DA52-F721-3BAE-3C20A48BBAAA}"/>
          </ac:spMkLst>
        </pc:spChg>
        <pc:spChg chg="add mod">
          <ac:chgData name="Shailendra Chauhan" userId="a7d3133f-e197-4b90-bf63-99a63a264234" providerId="ADAL" clId="{1402DAB5-5DE4-4E7B-A162-318437710F7D}" dt="2026-04-09T17:32:49.208" v="6504" actId="113"/>
          <ac:spMkLst>
            <pc:docMk/>
            <pc:sldMk cId="978568727" sldId="2147469663"/>
            <ac:spMk id="32" creationId="{A1DF2F36-F411-A549-42F0-A7AED8227B5B}"/>
          </ac:spMkLst>
        </pc:spChg>
        <pc:spChg chg="add mod">
          <ac:chgData name="Shailendra Chauhan" userId="a7d3133f-e197-4b90-bf63-99a63a264234" providerId="ADAL" clId="{1402DAB5-5DE4-4E7B-A162-318437710F7D}" dt="2026-04-09T17:29:42.314" v="6470" actId="1038"/>
          <ac:spMkLst>
            <pc:docMk/>
            <pc:sldMk cId="978568727" sldId="2147469663"/>
            <ac:spMk id="33" creationId="{4718C04E-E36E-3775-90C9-1BE148C30608}"/>
          </ac:spMkLst>
        </pc:spChg>
        <pc:spChg chg="add mod">
          <ac:chgData name="Shailendra Chauhan" userId="a7d3133f-e197-4b90-bf63-99a63a264234" providerId="ADAL" clId="{1402DAB5-5DE4-4E7B-A162-318437710F7D}" dt="2026-04-09T17:29:42.314" v="6470" actId="1038"/>
          <ac:spMkLst>
            <pc:docMk/>
            <pc:sldMk cId="978568727" sldId="2147469663"/>
            <ac:spMk id="34" creationId="{ACEF4602-843D-5066-FCEF-DAEA8DF3BF64}"/>
          </ac:spMkLst>
        </pc:spChg>
        <pc:spChg chg="add mod">
          <ac:chgData name="Shailendra Chauhan" userId="a7d3133f-e197-4b90-bf63-99a63a264234" providerId="ADAL" clId="{1402DAB5-5DE4-4E7B-A162-318437710F7D}" dt="2026-04-09T17:29:42.314" v="6470" actId="1038"/>
          <ac:spMkLst>
            <pc:docMk/>
            <pc:sldMk cId="978568727" sldId="2147469663"/>
            <ac:spMk id="36" creationId="{5B2FC453-0A0C-F054-95E1-F23437D2EE7F}"/>
          </ac:spMkLst>
        </pc:spChg>
        <pc:spChg chg="mod">
          <ac:chgData name="Shailendra Chauhan" userId="a7d3133f-e197-4b90-bf63-99a63a264234" providerId="ADAL" clId="{1402DAB5-5DE4-4E7B-A162-318437710F7D}" dt="2026-04-09T17:34:55.605" v="6532" actId="20577"/>
          <ac:spMkLst>
            <pc:docMk/>
            <pc:sldMk cId="978568727" sldId="2147469663"/>
            <ac:spMk id="37" creationId="{21C74205-8010-8BDC-E320-512E628F48DB}"/>
          </ac:spMkLst>
        </pc:spChg>
        <pc:spChg chg="add mod ord">
          <ac:chgData name="Shailendra Chauhan" userId="a7d3133f-e197-4b90-bf63-99a63a264234" providerId="ADAL" clId="{1402DAB5-5DE4-4E7B-A162-318437710F7D}" dt="2026-04-09T17:27:59.438" v="6408" actId="20577"/>
          <ac:spMkLst>
            <pc:docMk/>
            <pc:sldMk cId="978568727" sldId="2147469663"/>
            <ac:spMk id="38" creationId="{0A340FEF-3A77-EBC1-0136-8134ADDF3B52}"/>
          </ac:spMkLst>
        </pc:spChg>
        <pc:picChg chg="mod">
          <ac:chgData name="Shailendra Chauhan" userId="a7d3133f-e197-4b90-bf63-99a63a264234" providerId="ADAL" clId="{1402DAB5-5DE4-4E7B-A162-318437710F7D}" dt="2026-04-09T17:29:51.958" v="6487" actId="1037"/>
          <ac:picMkLst>
            <pc:docMk/>
            <pc:sldMk cId="978568727" sldId="2147469663"/>
            <ac:picMk id="25" creationId="{71C1F933-105B-58FD-F723-A9D9F9565687}"/>
          </ac:picMkLst>
        </pc:picChg>
        <pc:picChg chg="mod">
          <ac:chgData name="Shailendra Chauhan" userId="a7d3133f-e197-4b90-bf63-99a63a264234" providerId="ADAL" clId="{1402DAB5-5DE4-4E7B-A162-318437710F7D}" dt="2026-04-09T17:29:37.854" v="6444" actId="1038"/>
          <ac:picMkLst>
            <pc:docMk/>
            <pc:sldMk cId="978568727" sldId="2147469663"/>
            <ac:picMk id="30" creationId="{AC3BD2B9-1B03-BFDC-0BAC-C8448D2B7316}"/>
          </ac:picMkLst>
        </pc:picChg>
        <pc:picChg chg="mod">
          <ac:chgData name="Shailendra Chauhan" userId="a7d3133f-e197-4b90-bf63-99a63a264234" providerId="ADAL" clId="{1402DAB5-5DE4-4E7B-A162-318437710F7D}" dt="2026-04-09T17:29:42.314" v="6470" actId="1038"/>
          <ac:picMkLst>
            <pc:docMk/>
            <pc:sldMk cId="978568727" sldId="2147469663"/>
            <ac:picMk id="35" creationId="{102736E2-3FCA-4B5A-2F29-17DE3222FDF3}"/>
          </ac:picMkLst>
        </pc:picChg>
      </pc:sldChg>
      <pc:sldChg chg="addSp delSp modSp new mod ord modAnim">
        <pc:chgData name="Shailendra Chauhan" userId="a7d3133f-e197-4b90-bf63-99a63a264234" providerId="ADAL" clId="{1402DAB5-5DE4-4E7B-A162-318437710F7D}" dt="2026-04-11T17:41:10.686" v="8552" actId="20577"/>
        <pc:sldMkLst>
          <pc:docMk/>
          <pc:sldMk cId="1335765264" sldId="2147469664"/>
        </pc:sldMkLst>
        <pc:spChg chg="mod">
          <ac:chgData name="Shailendra Chauhan" userId="a7d3133f-e197-4b90-bf63-99a63a264234" providerId="ADAL" clId="{1402DAB5-5DE4-4E7B-A162-318437710F7D}" dt="2026-04-11T17:41:10.686" v="8552" actId="20577"/>
          <ac:spMkLst>
            <pc:docMk/>
            <pc:sldMk cId="1335765264" sldId="2147469664"/>
            <ac:spMk id="3" creationId="{A6BEA7A8-C17E-5DD9-BEB1-7AC460546218}"/>
          </ac:spMkLst>
        </pc:spChg>
        <pc:spChg chg="add mod">
          <ac:chgData name="Shailendra Chauhan" userId="a7d3133f-e197-4b90-bf63-99a63a264234" providerId="ADAL" clId="{1402DAB5-5DE4-4E7B-A162-318437710F7D}" dt="2026-04-09T18:18:45.777" v="6769" actId="164"/>
          <ac:spMkLst>
            <pc:docMk/>
            <pc:sldMk cId="1335765264" sldId="2147469664"/>
            <ac:spMk id="4" creationId="{81A9A7C5-6230-64BF-4280-E3705E259453}"/>
          </ac:spMkLst>
        </pc:spChg>
        <pc:spChg chg="add mod">
          <ac:chgData name="Shailendra Chauhan" userId="a7d3133f-e197-4b90-bf63-99a63a264234" providerId="ADAL" clId="{1402DAB5-5DE4-4E7B-A162-318437710F7D}" dt="2026-04-09T18:20:25.308" v="6800" actId="164"/>
          <ac:spMkLst>
            <pc:docMk/>
            <pc:sldMk cId="1335765264" sldId="2147469664"/>
            <ac:spMk id="5" creationId="{3C2C83AB-7AAD-A90B-C79C-6F65B0D1CEB7}"/>
          </ac:spMkLst>
        </pc:spChg>
        <pc:spChg chg="add mod">
          <ac:chgData name="Shailendra Chauhan" userId="a7d3133f-e197-4b90-bf63-99a63a264234" providerId="ADAL" clId="{1402DAB5-5DE4-4E7B-A162-318437710F7D}" dt="2026-04-09T18:18:45.777" v="6769" actId="164"/>
          <ac:spMkLst>
            <pc:docMk/>
            <pc:sldMk cId="1335765264" sldId="2147469664"/>
            <ac:spMk id="7" creationId="{3D853568-3401-0B11-523F-27880C9BC316}"/>
          </ac:spMkLst>
        </pc:spChg>
        <pc:spChg chg="mod">
          <ac:chgData name="Shailendra Chauhan" userId="a7d3133f-e197-4b90-bf63-99a63a264234" providerId="ADAL" clId="{1402DAB5-5DE4-4E7B-A162-318437710F7D}" dt="2026-04-09T18:18:45.777" v="6769" actId="164"/>
          <ac:spMkLst>
            <pc:docMk/>
            <pc:sldMk cId="1335765264" sldId="2147469664"/>
            <ac:spMk id="8" creationId="{A30F0662-7AA1-7970-1383-5E959C291F75}"/>
          </ac:spMkLst>
        </pc:spChg>
        <pc:spChg chg="add mod">
          <ac:chgData name="Shailendra Chauhan" userId="a7d3133f-e197-4b90-bf63-99a63a264234" providerId="ADAL" clId="{1402DAB5-5DE4-4E7B-A162-318437710F7D}" dt="2026-04-09T18:19:04.022" v="6771" actId="164"/>
          <ac:spMkLst>
            <pc:docMk/>
            <pc:sldMk cId="1335765264" sldId="2147469664"/>
            <ac:spMk id="9" creationId="{8240A1E9-95B2-68C8-8836-01B31657F07C}"/>
          </ac:spMkLst>
        </pc:spChg>
        <pc:spChg chg="add mod">
          <ac:chgData name="Shailendra Chauhan" userId="a7d3133f-e197-4b90-bf63-99a63a264234" providerId="ADAL" clId="{1402DAB5-5DE4-4E7B-A162-318437710F7D}" dt="2026-04-09T18:23:00.815" v="6843" actId="207"/>
          <ac:spMkLst>
            <pc:docMk/>
            <pc:sldMk cId="1335765264" sldId="2147469664"/>
            <ac:spMk id="10" creationId="{68D41885-8623-52BF-88ED-2127BFA15622}"/>
          </ac:spMkLst>
        </pc:spChg>
        <pc:spChg chg="mod">
          <ac:chgData name="Shailendra Chauhan" userId="a7d3133f-e197-4b90-bf63-99a63a264234" providerId="ADAL" clId="{1402DAB5-5DE4-4E7B-A162-318437710F7D}" dt="2026-04-09T18:19:04.022" v="6771" actId="164"/>
          <ac:spMkLst>
            <pc:docMk/>
            <pc:sldMk cId="1335765264" sldId="2147469664"/>
            <ac:spMk id="12" creationId="{BF24F3C9-C929-98BA-F29D-815FB1B812BD}"/>
          </ac:spMkLst>
        </pc:spChg>
        <pc:spChg chg="add mod">
          <ac:chgData name="Shailendra Chauhan" userId="a7d3133f-e197-4b90-bf63-99a63a264234" providerId="ADAL" clId="{1402DAB5-5DE4-4E7B-A162-318437710F7D}" dt="2026-04-11T16:54:42.908" v="8031" actId="20577"/>
          <ac:spMkLst>
            <pc:docMk/>
            <pc:sldMk cId="1335765264" sldId="2147469664"/>
            <ac:spMk id="13" creationId="{6F6717E3-7743-FEA4-7578-0D2D9834EF84}"/>
          </ac:spMkLst>
        </pc:spChg>
        <pc:spChg chg="mod">
          <ac:chgData name="Shailendra Chauhan" userId="a7d3133f-e197-4b90-bf63-99a63a264234" providerId="ADAL" clId="{1402DAB5-5DE4-4E7B-A162-318437710F7D}" dt="2026-04-09T18:18:52.564" v="6770" actId="164"/>
          <ac:spMkLst>
            <pc:docMk/>
            <pc:sldMk cId="1335765264" sldId="2147469664"/>
            <ac:spMk id="14" creationId="{B1E34AD0-CF3C-08AF-14BB-A58ABCF9008A}"/>
          </ac:spMkLst>
        </pc:spChg>
        <pc:spChg chg="mod">
          <ac:chgData name="Shailendra Chauhan" userId="a7d3133f-e197-4b90-bf63-99a63a264234" providerId="ADAL" clId="{1402DAB5-5DE4-4E7B-A162-318437710F7D}" dt="2026-04-09T18:21:51.010" v="6841" actId="207"/>
          <ac:spMkLst>
            <pc:docMk/>
            <pc:sldMk cId="1335765264" sldId="2147469664"/>
            <ac:spMk id="15" creationId="{9E5FB3E2-ACA8-516E-2055-5ED817562A49}"/>
          </ac:spMkLst>
        </pc:spChg>
        <pc:spChg chg="mod">
          <ac:chgData name="Shailendra Chauhan" userId="a7d3133f-e197-4b90-bf63-99a63a264234" providerId="ADAL" clId="{1402DAB5-5DE4-4E7B-A162-318437710F7D}" dt="2026-04-09T18:18:52.564" v="6770" actId="164"/>
          <ac:spMkLst>
            <pc:docMk/>
            <pc:sldMk cId="1335765264" sldId="2147469664"/>
            <ac:spMk id="17" creationId="{3D67856A-6CB2-6969-B93B-8CE3D7FB3EF2}"/>
          </ac:spMkLst>
        </pc:spChg>
        <pc:spChg chg="add mod">
          <ac:chgData name="Shailendra Chauhan" userId="a7d3133f-e197-4b90-bf63-99a63a264234" providerId="ADAL" clId="{1402DAB5-5DE4-4E7B-A162-318437710F7D}" dt="2026-04-09T18:18:52.564" v="6770" actId="164"/>
          <ac:spMkLst>
            <pc:docMk/>
            <pc:sldMk cId="1335765264" sldId="2147469664"/>
            <ac:spMk id="18" creationId="{D808168B-595F-19D7-027A-79BA6368EC93}"/>
          </ac:spMkLst>
        </pc:spChg>
        <pc:spChg chg="mod">
          <ac:chgData name="Shailendra Chauhan" userId="a7d3133f-e197-4b90-bf63-99a63a264234" providerId="ADAL" clId="{1402DAB5-5DE4-4E7B-A162-318437710F7D}" dt="2026-04-11T16:54:07.024" v="8008" actId="1036"/>
          <ac:spMkLst>
            <pc:docMk/>
            <pc:sldMk cId="1335765264" sldId="2147469664"/>
            <ac:spMk id="19" creationId="{B00AC55C-0E5D-1059-FABF-0631505C9FFB}"/>
          </ac:spMkLst>
        </pc:spChg>
        <pc:spChg chg="add mod">
          <ac:chgData name="Shailendra Chauhan" userId="a7d3133f-e197-4b90-bf63-99a63a264234" providerId="ADAL" clId="{1402DAB5-5DE4-4E7B-A162-318437710F7D}" dt="2026-04-11T16:54:07.024" v="8008" actId="1036"/>
          <ac:spMkLst>
            <pc:docMk/>
            <pc:sldMk cId="1335765264" sldId="2147469664"/>
            <ac:spMk id="20" creationId="{2A88FEE6-4E13-A8C8-8C2B-7AF2075A382D}"/>
          </ac:spMkLst>
        </pc:spChg>
        <pc:spChg chg="add mod">
          <ac:chgData name="Shailendra Chauhan" userId="a7d3133f-e197-4b90-bf63-99a63a264234" providerId="ADAL" clId="{1402DAB5-5DE4-4E7B-A162-318437710F7D}" dt="2026-04-11T16:54:07.024" v="8008" actId="1036"/>
          <ac:spMkLst>
            <pc:docMk/>
            <pc:sldMk cId="1335765264" sldId="2147469664"/>
            <ac:spMk id="22" creationId="{0A0E5434-4D83-5748-2D89-EE11DE137EF5}"/>
          </ac:spMkLst>
        </pc:spChg>
        <pc:spChg chg="mod">
          <ac:chgData name="Shailendra Chauhan" userId="a7d3133f-e197-4b90-bf63-99a63a264234" providerId="ADAL" clId="{1402DAB5-5DE4-4E7B-A162-318437710F7D}" dt="2026-04-11T16:54:07.024" v="8008" actId="1036"/>
          <ac:spMkLst>
            <pc:docMk/>
            <pc:sldMk cId="1335765264" sldId="2147469664"/>
            <ac:spMk id="23" creationId="{07D86A2D-CD3F-4186-3518-045FA9AA2668}"/>
          </ac:spMkLst>
        </pc:spChg>
        <pc:spChg chg="add mod">
          <ac:chgData name="Shailendra Chauhan" userId="a7d3133f-e197-4b90-bf63-99a63a264234" providerId="ADAL" clId="{1402DAB5-5DE4-4E7B-A162-318437710F7D}" dt="2026-04-09T17:39:54.681" v="6625" actId="1076"/>
          <ac:spMkLst>
            <pc:docMk/>
            <pc:sldMk cId="1335765264" sldId="2147469664"/>
            <ac:spMk id="24" creationId="{01DE0DC0-BB3B-6916-9D53-CA8FC11E56C0}"/>
          </ac:spMkLst>
        </pc:spChg>
        <pc:spChg chg="add mod">
          <ac:chgData name="Shailendra Chauhan" userId="a7d3133f-e197-4b90-bf63-99a63a264234" providerId="ADAL" clId="{1402DAB5-5DE4-4E7B-A162-318437710F7D}" dt="2026-04-09T18:23:32.009" v="6846" actId="207"/>
          <ac:spMkLst>
            <pc:docMk/>
            <pc:sldMk cId="1335765264" sldId="2147469664"/>
            <ac:spMk id="27" creationId="{B0AAD3C9-2115-5D7B-46BF-72A0D85684AC}"/>
          </ac:spMkLst>
        </pc:spChg>
        <pc:spChg chg="add mod">
          <ac:chgData name="Shailendra Chauhan" userId="a7d3133f-e197-4b90-bf63-99a63a264234" providerId="ADAL" clId="{1402DAB5-5DE4-4E7B-A162-318437710F7D}" dt="2026-04-09T18:24:25.898" v="6854" actId="207"/>
          <ac:spMkLst>
            <pc:docMk/>
            <pc:sldMk cId="1335765264" sldId="2147469664"/>
            <ac:spMk id="31" creationId="{CDC50CCB-4AAD-FFFA-1E85-646AB7D16D6F}"/>
          </ac:spMkLst>
        </pc:spChg>
        <pc:spChg chg="add mod">
          <ac:chgData name="Shailendra Chauhan" userId="a7d3133f-e197-4b90-bf63-99a63a264234" providerId="ADAL" clId="{1402DAB5-5DE4-4E7B-A162-318437710F7D}" dt="2026-04-09T18:13:23.584" v="6677" actId="1076"/>
          <ac:spMkLst>
            <pc:docMk/>
            <pc:sldMk cId="1335765264" sldId="2147469664"/>
            <ac:spMk id="32" creationId="{4E307A6F-2D28-73B4-E490-EC0A5B90FE05}"/>
          </ac:spMkLst>
        </pc:spChg>
        <pc:spChg chg="add mod">
          <ac:chgData name="Shailendra Chauhan" userId="a7d3133f-e197-4b90-bf63-99a63a264234" providerId="ADAL" clId="{1402DAB5-5DE4-4E7B-A162-318437710F7D}" dt="2026-04-09T18:24:17.491" v="6852" actId="207"/>
          <ac:spMkLst>
            <pc:docMk/>
            <pc:sldMk cId="1335765264" sldId="2147469664"/>
            <ac:spMk id="33" creationId="{C09372C1-30C4-B425-CE96-955C92432210}"/>
          </ac:spMkLst>
        </pc:spChg>
        <pc:spChg chg="add mod">
          <ac:chgData name="Shailendra Chauhan" userId="a7d3133f-e197-4b90-bf63-99a63a264234" providerId="ADAL" clId="{1402DAB5-5DE4-4E7B-A162-318437710F7D}" dt="2026-04-09T18:23:44.763" v="6848" actId="207"/>
          <ac:spMkLst>
            <pc:docMk/>
            <pc:sldMk cId="1335765264" sldId="2147469664"/>
            <ac:spMk id="34" creationId="{02D6BE73-D768-735B-0B3C-096F848F3730}"/>
          </ac:spMkLst>
        </pc:spChg>
        <pc:spChg chg="add mod">
          <ac:chgData name="Shailendra Chauhan" userId="a7d3133f-e197-4b90-bf63-99a63a264234" providerId="ADAL" clId="{1402DAB5-5DE4-4E7B-A162-318437710F7D}" dt="2026-04-09T18:23:59.307" v="6850" actId="207"/>
          <ac:spMkLst>
            <pc:docMk/>
            <pc:sldMk cId="1335765264" sldId="2147469664"/>
            <ac:spMk id="35" creationId="{18751BE0-D0A9-987C-16DC-CCBB11025FA9}"/>
          </ac:spMkLst>
        </pc:spChg>
        <pc:grpChg chg="add mod">
          <ac:chgData name="Shailendra Chauhan" userId="a7d3133f-e197-4b90-bf63-99a63a264234" providerId="ADAL" clId="{1402DAB5-5DE4-4E7B-A162-318437710F7D}" dt="2026-04-11T16:51:44.078" v="7941" actId="164"/>
          <ac:grpSpMkLst>
            <pc:docMk/>
            <pc:sldMk cId="1335765264" sldId="2147469664"/>
            <ac:grpSpMk id="2" creationId="{7F1DF12F-B281-8DC1-2965-AC0EBB7EAC1D}"/>
          </ac:grpSpMkLst>
        </pc:grpChg>
        <pc:grpChg chg="add mod">
          <ac:chgData name="Shailendra Chauhan" userId="a7d3133f-e197-4b90-bf63-99a63a264234" providerId="ADAL" clId="{1402DAB5-5DE4-4E7B-A162-318437710F7D}" dt="2026-04-11T16:52:22.877" v="7958" actId="164"/>
          <ac:grpSpMkLst>
            <pc:docMk/>
            <pc:sldMk cId="1335765264" sldId="2147469664"/>
            <ac:grpSpMk id="29" creationId="{8C8B43D8-7D7B-52D7-C7AE-AE82A32F3B61}"/>
          </ac:grpSpMkLst>
        </pc:grpChg>
        <pc:grpChg chg="add mod">
          <ac:chgData name="Shailendra Chauhan" userId="a7d3133f-e197-4b90-bf63-99a63a264234" providerId="ADAL" clId="{1402DAB5-5DE4-4E7B-A162-318437710F7D}" dt="2026-04-11T16:54:07.024" v="8008" actId="1036"/>
          <ac:grpSpMkLst>
            <pc:docMk/>
            <pc:sldMk cId="1335765264" sldId="2147469664"/>
            <ac:grpSpMk id="30" creationId="{F7F13A73-2577-31CC-4A0D-04F8634243AC}"/>
          </ac:grpSpMkLst>
        </pc:grpChg>
        <pc:grpChg chg="add mod ord">
          <ac:chgData name="Shailendra Chauhan" userId="a7d3133f-e197-4b90-bf63-99a63a264234" providerId="ADAL" clId="{1402DAB5-5DE4-4E7B-A162-318437710F7D}" dt="2026-04-09T18:20:25.308" v="6800" actId="164"/>
          <ac:grpSpMkLst>
            <pc:docMk/>
            <pc:sldMk cId="1335765264" sldId="2147469664"/>
            <ac:grpSpMk id="36" creationId="{91F40560-B42E-5186-8246-85882076B50F}"/>
          </ac:grpSpMkLst>
        </pc:grpChg>
        <pc:grpChg chg="add mod ord">
          <ac:chgData name="Shailendra Chauhan" userId="a7d3133f-e197-4b90-bf63-99a63a264234" providerId="ADAL" clId="{1402DAB5-5DE4-4E7B-A162-318437710F7D}" dt="2026-04-09T18:20:45.096" v="6813" actId="164"/>
          <ac:grpSpMkLst>
            <pc:docMk/>
            <pc:sldMk cId="1335765264" sldId="2147469664"/>
            <ac:grpSpMk id="37" creationId="{4D907A8D-36D2-09CD-AF4D-E2D7BBCA920C}"/>
          </ac:grpSpMkLst>
        </pc:grpChg>
        <pc:grpChg chg="add mod ord">
          <ac:chgData name="Shailendra Chauhan" userId="a7d3133f-e197-4b90-bf63-99a63a264234" providerId="ADAL" clId="{1402DAB5-5DE4-4E7B-A162-318437710F7D}" dt="2026-04-09T18:21:07.054" v="6824" actId="164"/>
          <ac:grpSpMkLst>
            <pc:docMk/>
            <pc:sldMk cId="1335765264" sldId="2147469664"/>
            <ac:grpSpMk id="38" creationId="{B61ADE56-11C4-78E1-5647-655667368AD9}"/>
          </ac:grpSpMkLst>
        </pc:grpChg>
        <pc:grpChg chg="add mod ord">
          <ac:chgData name="Shailendra Chauhan" userId="a7d3133f-e197-4b90-bf63-99a63a264234" providerId="ADAL" clId="{1402DAB5-5DE4-4E7B-A162-318437710F7D}" dt="2026-04-11T16:54:07.024" v="8008" actId="1036"/>
          <ac:grpSpMkLst>
            <pc:docMk/>
            <pc:sldMk cId="1335765264" sldId="2147469664"/>
            <ac:grpSpMk id="39" creationId="{1024DB9F-908A-81BD-AC98-5D03DDBEB07B}"/>
          </ac:grpSpMkLst>
        </pc:grpChg>
        <pc:grpChg chg="add mod">
          <ac:chgData name="Shailendra Chauhan" userId="a7d3133f-e197-4b90-bf63-99a63a264234" providerId="ADAL" clId="{1402DAB5-5DE4-4E7B-A162-318437710F7D}" dt="2026-04-11T16:54:13.272" v="8009" actId="164"/>
          <ac:grpSpMkLst>
            <pc:docMk/>
            <pc:sldMk cId="1335765264" sldId="2147469664"/>
            <ac:grpSpMk id="40" creationId="{CE3DC07E-D340-8BB6-6E54-DD35273E562D}"/>
          </ac:grpSpMkLst>
        </pc:grpChg>
        <pc:grpChg chg="add mod">
          <ac:chgData name="Shailendra Chauhan" userId="a7d3133f-e197-4b90-bf63-99a63a264234" providerId="ADAL" clId="{1402DAB5-5DE4-4E7B-A162-318437710F7D}" dt="2026-04-11T16:51:44.078" v="7941" actId="164"/>
          <ac:grpSpMkLst>
            <pc:docMk/>
            <pc:sldMk cId="1335765264" sldId="2147469664"/>
            <ac:grpSpMk id="41" creationId="{791497D0-2ACA-325E-EAB4-AB699655FF13}"/>
          </ac:grpSpMkLst>
        </pc:grpChg>
        <pc:grpChg chg="add mod">
          <ac:chgData name="Shailendra Chauhan" userId="a7d3133f-e197-4b90-bf63-99a63a264234" providerId="ADAL" clId="{1402DAB5-5DE4-4E7B-A162-318437710F7D}" dt="2026-04-11T16:52:22.877" v="7958" actId="164"/>
          <ac:grpSpMkLst>
            <pc:docMk/>
            <pc:sldMk cId="1335765264" sldId="2147469664"/>
            <ac:grpSpMk id="42" creationId="{376D47EC-428D-16CA-C9A5-FDC3F2FDCB04}"/>
          </ac:grpSpMkLst>
        </pc:grpChg>
        <pc:grpChg chg="add mod">
          <ac:chgData name="Shailendra Chauhan" userId="a7d3133f-e197-4b90-bf63-99a63a264234" providerId="ADAL" clId="{1402DAB5-5DE4-4E7B-A162-318437710F7D}" dt="2026-04-11T16:54:07.024" v="8008" actId="1036"/>
          <ac:grpSpMkLst>
            <pc:docMk/>
            <pc:sldMk cId="1335765264" sldId="2147469664"/>
            <ac:grpSpMk id="43" creationId="{0108E6F8-FC35-05FC-47B3-0C63C3212DE7}"/>
          </ac:grpSpMkLst>
        </pc:grpChg>
        <pc:grpChg chg="add mod">
          <ac:chgData name="Shailendra Chauhan" userId="a7d3133f-e197-4b90-bf63-99a63a264234" providerId="ADAL" clId="{1402DAB5-5DE4-4E7B-A162-318437710F7D}" dt="2026-04-11T16:54:13.272" v="8009" actId="164"/>
          <ac:grpSpMkLst>
            <pc:docMk/>
            <pc:sldMk cId="1335765264" sldId="2147469664"/>
            <ac:grpSpMk id="47" creationId="{F1B28E51-6C92-2B9B-F101-A0A2ACFAE199}"/>
          </ac:grpSpMkLst>
        </pc:grpChg>
        <pc:picChg chg="mod">
          <ac:chgData name="Shailendra Chauhan" userId="a7d3133f-e197-4b90-bf63-99a63a264234" providerId="ADAL" clId="{1402DAB5-5DE4-4E7B-A162-318437710F7D}" dt="2026-04-09T18:18:45.777" v="6769" actId="164"/>
          <ac:picMkLst>
            <pc:docMk/>
            <pc:sldMk cId="1335765264" sldId="2147469664"/>
            <ac:picMk id="6" creationId="{3820B85C-6BC3-B75E-9DC1-1A0CAA8DFC87}"/>
          </ac:picMkLst>
        </pc:picChg>
        <pc:picChg chg="mod">
          <ac:chgData name="Shailendra Chauhan" userId="a7d3133f-e197-4b90-bf63-99a63a264234" providerId="ADAL" clId="{1402DAB5-5DE4-4E7B-A162-318437710F7D}" dt="2026-04-09T18:19:04.022" v="6771" actId="164"/>
          <ac:picMkLst>
            <pc:docMk/>
            <pc:sldMk cId="1335765264" sldId="2147469664"/>
            <ac:picMk id="11" creationId="{845A9C3D-CE07-A45A-A8E6-4F4D1A0681E1}"/>
          </ac:picMkLst>
        </pc:picChg>
        <pc:picChg chg="mod">
          <ac:chgData name="Shailendra Chauhan" userId="a7d3133f-e197-4b90-bf63-99a63a264234" providerId="ADAL" clId="{1402DAB5-5DE4-4E7B-A162-318437710F7D}" dt="2026-04-09T18:18:52.564" v="6770" actId="164"/>
          <ac:picMkLst>
            <pc:docMk/>
            <pc:sldMk cId="1335765264" sldId="2147469664"/>
            <ac:picMk id="16" creationId="{775054A5-7962-228A-890D-3E94CF12DDD1}"/>
          </ac:picMkLst>
        </pc:picChg>
        <pc:picChg chg="mod">
          <ac:chgData name="Shailendra Chauhan" userId="a7d3133f-e197-4b90-bf63-99a63a264234" providerId="ADAL" clId="{1402DAB5-5DE4-4E7B-A162-318437710F7D}" dt="2026-04-11T16:54:07.024" v="8008" actId="1036"/>
          <ac:picMkLst>
            <pc:docMk/>
            <pc:sldMk cId="1335765264" sldId="2147469664"/>
            <ac:picMk id="21" creationId="{AE4A903B-8C60-AD09-0936-55062652FD0A}"/>
          </ac:picMkLst>
        </pc:picChg>
        <pc:picChg chg="add mod">
          <ac:chgData name="Shailendra Chauhan" userId="a7d3133f-e197-4b90-bf63-99a63a264234" providerId="ADAL" clId="{1402DAB5-5DE4-4E7B-A162-318437710F7D}" dt="2026-04-11T16:52:22.877" v="7958" actId="164"/>
          <ac:picMkLst>
            <pc:docMk/>
            <pc:sldMk cId="1335765264" sldId="2147469664"/>
            <ac:picMk id="28" creationId="{E5358F45-D66B-AFEE-8511-DDD201DE3066}"/>
          </ac:picMkLst>
        </pc:picChg>
        <pc:picChg chg="add mod">
          <ac:chgData name="Shailendra Chauhan" userId="a7d3133f-e197-4b90-bf63-99a63a264234" providerId="ADAL" clId="{1402DAB5-5DE4-4E7B-A162-318437710F7D}" dt="2026-04-11T16:54:13.272" v="8009" actId="164"/>
          <ac:picMkLst>
            <pc:docMk/>
            <pc:sldMk cId="1335765264" sldId="2147469664"/>
            <ac:picMk id="46" creationId="{C5674231-05E8-5EAE-E305-1E0813B399C0}"/>
          </ac:picMkLst>
        </pc:picChg>
        <pc:picChg chg="add mod">
          <ac:chgData name="Shailendra Chauhan" userId="a7d3133f-e197-4b90-bf63-99a63a264234" providerId="ADAL" clId="{1402DAB5-5DE4-4E7B-A162-318437710F7D}" dt="2026-04-11T16:51:44.078" v="7941" actId="164"/>
          <ac:picMkLst>
            <pc:docMk/>
            <pc:sldMk cId="1335765264" sldId="2147469664"/>
            <ac:picMk id="1026" creationId="{D2E80605-6E89-BE91-5502-91A37D27C31D}"/>
          </ac:picMkLst>
        </pc:picChg>
        <pc:picChg chg="add mod">
          <ac:chgData name="Shailendra Chauhan" userId="a7d3133f-e197-4b90-bf63-99a63a264234" providerId="ADAL" clId="{1402DAB5-5DE4-4E7B-A162-318437710F7D}" dt="2026-04-11T16:54:07.024" v="8008" actId="1036"/>
          <ac:picMkLst>
            <pc:docMk/>
            <pc:sldMk cId="1335765264" sldId="2147469664"/>
            <ac:picMk id="1030" creationId="{538E6E3A-78AD-971D-C8B0-C13ED02EDB11}"/>
          </ac:picMkLst>
        </pc:picChg>
      </pc:sldChg>
      <pc:sldChg chg="addSp delSp modSp new mod ord modAnim">
        <pc:chgData name="Shailendra Chauhan" userId="a7d3133f-e197-4b90-bf63-99a63a264234" providerId="ADAL" clId="{1402DAB5-5DE4-4E7B-A162-318437710F7D}" dt="2026-04-09T19:08:55.988" v="7395"/>
        <pc:sldMkLst>
          <pc:docMk/>
          <pc:sldMk cId="503972177" sldId="2147469665"/>
        </pc:sldMkLst>
        <pc:spChg chg="mod">
          <ac:chgData name="Shailendra Chauhan" userId="a7d3133f-e197-4b90-bf63-99a63a264234" providerId="ADAL" clId="{1402DAB5-5DE4-4E7B-A162-318437710F7D}" dt="2026-04-09T18:27:10.526" v="6860" actId="20577"/>
          <ac:spMkLst>
            <pc:docMk/>
            <pc:sldMk cId="503972177" sldId="2147469665"/>
            <ac:spMk id="3" creationId="{B61B173D-8041-D2FA-CEE0-93215E52F84B}"/>
          </ac:spMkLst>
        </pc:spChg>
        <pc:spChg chg="mod">
          <ac:chgData name="Shailendra Chauhan" userId="a7d3133f-e197-4b90-bf63-99a63a264234" providerId="ADAL" clId="{1402DAB5-5DE4-4E7B-A162-318437710F7D}" dt="2026-04-09T18:33:30.855" v="7119" actId="207"/>
          <ac:spMkLst>
            <pc:docMk/>
            <pc:sldMk cId="503972177" sldId="2147469665"/>
            <ac:spMk id="4" creationId="{8833EFF0-54DB-BE2E-42B8-842780560AA5}"/>
          </ac:spMkLst>
        </pc:spChg>
        <pc:spChg chg="add mod">
          <ac:chgData name="Shailendra Chauhan" userId="a7d3133f-e197-4b90-bf63-99a63a264234" providerId="ADAL" clId="{1402DAB5-5DE4-4E7B-A162-318437710F7D}" dt="2026-04-09T18:31:36.544" v="7101" actId="164"/>
          <ac:spMkLst>
            <pc:docMk/>
            <pc:sldMk cId="503972177" sldId="2147469665"/>
            <ac:spMk id="5" creationId="{EA35735C-2847-B002-A970-F7C86C3573D0}"/>
          </ac:spMkLst>
        </pc:spChg>
        <pc:spChg chg="mod">
          <ac:chgData name="Shailendra Chauhan" userId="a7d3133f-e197-4b90-bf63-99a63a264234" providerId="ADAL" clId="{1402DAB5-5DE4-4E7B-A162-318437710F7D}" dt="2026-04-09T18:31:36.544" v="7101" actId="164"/>
          <ac:spMkLst>
            <pc:docMk/>
            <pc:sldMk cId="503972177" sldId="2147469665"/>
            <ac:spMk id="6" creationId="{F41FF9A8-4F61-FA33-40C1-E396349A28FC}"/>
          </ac:spMkLst>
        </pc:spChg>
        <pc:spChg chg="add mod">
          <ac:chgData name="Shailendra Chauhan" userId="a7d3133f-e197-4b90-bf63-99a63a264234" providerId="ADAL" clId="{1402DAB5-5DE4-4E7B-A162-318437710F7D}" dt="2026-04-09T18:31:36.544" v="7101" actId="164"/>
          <ac:spMkLst>
            <pc:docMk/>
            <pc:sldMk cId="503972177" sldId="2147469665"/>
            <ac:spMk id="7" creationId="{8945FA21-15DB-436A-9FC6-BF4CBD4C22A4}"/>
          </ac:spMkLst>
        </pc:spChg>
        <pc:spChg chg="add mod">
          <ac:chgData name="Shailendra Chauhan" userId="a7d3133f-e197-4b90-bf63-99a63a264234" providerId="ADAL" clId="{1402DAB5-5DE4-4E7B-A162-318437710F7D}" dt="2026-04-09T18:31:47.894" v="7103" actId="164"/>
          <ac:spMkLst>
            <pc:docMk/>
            <pc:sldMk cId="503972177" sldId="2147469665"/>
            <ac:spMk id="8" creationId="{4952E6B2-011C-5E29-15E3-08E85E01A464}"/>
          </ac:spMkLst>
        </pc:spChg>
        <pc:spChg chg="add mod">
          <ac:chgData name="Shailendra Chauhan" userId="a7d3133f-e197-4b90-bf63-99a63a264234" providerId="ADAL" clId="{1402DAB5-5DE4-4E7B-A162-318437710F7D}" dt="2026-04-09T18:31:47.894" v="7103" actId="164"/>
          <ac:spMkLst>
            <pc:docMk/>
            <pc:sldMk cId="503972177" sldId="2147469665"/>
            <ac:spMk id="9" creationId="{247BE292-2763-6A65-C176-889D0ED32D78}"/>
          </ac:spMkLst>
        </pc:spChg>
        <pc:spChg chg="mod">
          <ac:chgData name="Shailendra Chauhan" userId="a7d3133f-e197-4b90-bf63-99a63a264234" providerId="ADAL" clId="{1402DAB5-5DE4-4E7B-A162-318437710F7D}" dt="2026-04-09T18:31:47.894" v="7103" actId="164"/>
          <ac:spMkLst>
            <pc:docMk/>
            <pc:sldMk cId="503972177" sldId="2147469665"/>
            <ac:spMk id="10" creationId="{59AEF170-B0B5-2192-E871-D96812832380}"/>
          </ac:spMkLst>
        </pc:spChg>
        <pc:spChg chg="mod">
          <ac:chgData name="Shailendra Chauhan" userId="a7d3133f-e197-4b90-bf63-99a63a264234" providerId="ADAL" clId="{1402DAB5-5DE4-4E7B-A162-318437710F7D}" dt="2026-04-09T18:31:47.894" v="7103" actId="164"/>
          <ac:spMkLst>
            <pc:docMk/>
            <pc:sldMk cId="503972177" sldId="2147469665"/>
            <ac:spMk id="11" creationId="{74389113-A721-3F94-0D18-8E176ED8356A}"/>
          </ac:spMkLst>
        </pc:spChg>
        <pc:spChg chg="mod">
          <ac:chgData name="Shailendra Chauhan" userId="a7d3133f-e197-4b90-bf63-99a63a264234" providerId="ADAL" clId="{1402DAB5-5DE4-4E7B-A162-318437710F7D}" dt="2026-04-09T18:33:30.459" v="7118" actId="207"/>
          <ac:spMkLst>
            <pc:docMk/>
            <pc:sldMk cId="503972177" sldId="2147469665"/>
            <ac:spMk id="12" creationId="{1DBACDFB-F90D-D687-D26A-E59F4AB7F1C5}"/>
          </ac:spMkLst>
        </pc:spChg>
        <pc:spChg chg="add mod">
          <ac:chgData name="Shailendra Chauhan" userId="a7d3133f-e197-4b90-bf63-99a63a264234" providerId="ADAL" clId="{1402DAB5-5DE4-4E7B-A162-318437710F7D}" dt="2026-04-09T18:31:59.369" v="7105" actId="164"/>
          <ac:spMkLst>
            <pc:docMk/>
            <pc:sldMk cId="503972177" sldId="2147469665"/>
            <ac:spMk id="13" creationId="{35880230-D463-553E-F22F-351344B69FE6}"/>
          </ac:spMkLst>
        </pc:spChg>
        <pc:spChg chg="add mod">
          <ac:chgData name="Shailendra Chauhan" userId="a7d3133f-e197-4b90-bf63-99a63a264234" providerId="ADAL" clId="{1402DAB5-5DE4-4E7B-A162-318437710F7D}" dt="2026-04-09T18:31:59.369" v="7105" actId="164"/>
          <ac:spMkLst>
            <pc:docMk/>
            <pc:sldMk cId="503972177" sldId="2147469665"/>
            <ac:spMk id="14" creationId="{19F723C8-84DC-0144-21EA-A800A1BDA615}"/>
          </ac:spMkLst>
        </pc:spChg>
        <pc:spChg chg="add mod">
          <ac:chgData name="Shailendra Chauhan" userId="a7d3133f-e197-4b90-bf63-99a63a264234" providerId="ADAL" clId="{1402DAB5-5DE4-4E7B-A162-318437710F7D}" dt="2026-04-09T18:31:59.369" v="7105" actId="164"/>
          <ac:spMkLst>
            <pc:docMk/>
            <pc:sldMk cId="503972177" sldId="2147469665"/>
            <ac:spMk id="15" creationId="{4141F054-1236-CD28-FBFA-638D94887B70}"/>
          </ac:spMkLst>
        </pc:spChg>
        <pc:spChg chg="add mod">
          <ac:chgData name="Shailendra Chauhan" userId="a7d3133f-e197-4b90-bf63-99a63a264234" providerId="ADAL" clId="{1402DAB5-5DE4-4E7B-A162-318437710F7D}" dt="2026-04-09T18:33:30.023" v="7117" actId="207"/>
          <ac:spMkLst>
            <pc:docMk/>
            <pc:sldMk cId="503972177" sldId="2147469665"/>
            <ac:spMk id="16" creationId="{CA30EAA5-BB4D-B689-0968-AC331F1950F0}"/>
          </ac:spMkLst>
        </pc:spChg>
        <pc:spChg chg="add mod">
          <ac:chgData name="Shailendra Chauhan" userId="a7d3133f-e197-4b90-bf63-99a63a264234" providerId="ADAL" clId="{1402DAB5-5DE4-4E7B-A162-318437710F7D}" dt="2026-04-09T18:32:08.817" v="7107" actId="164"/>
          <ac:spMkLst>
            <pc:docMk/>
            <pc:sldMk cId="503972177" sldId="2147469665"/>
            <ac:spMk id="17" creationId="{54B1283C-5BF8-4B42-BAEF-FD8026E032F9}"/>
          </ac:spMkLst>
        </pc:spChg>
        <pc:spChg chg="mod">
          <ac:chgData name="Shailendra Chauhan" userId="a7d3133f-e197-4b90-bf63-99a63a264234" providerId="ADAL" clId="{1402DAB5-5DE4-4E7B-A162-318437710F7D}" dt="2026-04-09T18:32:08.817" v="7107" actId="164"/>
          <ac:spMkLst>
            <pc:docMk/>
            <pc:sldMk cId="503972177" sldId="2147469665"/>
            <ac:spMk id="18" creationId="{53969AF8-DEBA-0B15-1D43-31A616533E65}"/>
          </ac:spMkLst>
        </pc:spChg>
        <pc:spChg chg="add mod">
          <ac:chgData name="Shailendra Chauhan" userId="a7d3133f-e197-4b90-bf63-99a63a264234" providerId="ADAL" clId="{1402DAB5-5DE4-4E7B-A162-318437710F7D}" dt="2026-04-09T18:32:08.817" v="7107" actId="164"/>
          <ac:spMkLst>
            <pc:docMk/>
            <pc:sldMk cId="503972177" sldId="2147469665"/>
            <ac:spMk id="19" creationId="{189E2F65-5345-6735-1D07-12C94AB58FFD}"/>
          </ac:spMkLst>
        </pc:spChg>
        <pc:grpChg chg="add mod">
          <ac:chgData name="Shailendra Chauhan" userId="a7d3133f-e197-4b90-bf63-99a63a264234" providerId="ADAL" clId="{1402DAB5-5DE4-4E7B-A162-318437710F7D}" dt="2026-04-09T18:32:42.949" v="7110" actId="14100"/>
          <ac:grpSpMkLst>
            <pc:docMk/>
            <pc:sldMk cId="503972177" sldId="2147469665"/>
            <ac:grpSpMk id="20" creationId="{B68995B8-D8F3-79DF-F220-26BD271749AD}"/>
          </ac:grpSpMkLst>
        </pc:grpChg>
        <pc:grpChg chg="add mod">
          <ac:chgData name="Shailendra Chauhan" userId="a7d3133f-e197-4b90-bf63-99a63a264234" providerId="ADAL" clId="{1402DAB5-5DE4-4E7B-A162-318437710F7D}" dt="2026-04-09T18:32:46.271" v="7111" actId="14100"/>
          <ac:grpSpMkLst>
            <pc:docMk/>
            <pc:sldMk cId="503972177" sldId="2147469665"/>
            <ac:grpSpMk id="21" creationId="{5791E169-D11C-FB99-A751-85560AD237B7}"/>
          </ac:grpSpMkLst>
        </pc:grpChg>
        <pc:grpChg chg="add mod">
          <ac:chgData name="Shailendra Chauhan" userId="a7d3133f-e197-4b90-bf63-99a63a264234" providerId="ADAL" clId="{1402DAB5-5DE4-4E7B-A162-318437710F7D}" dt="2026-04-09T18:32:49.134" v="7112" actId="14100"/>
          <ac:grpSpMkLst>
            <pc:docMk/>
            <pc:sldMk cId="503972177" sldId="2147469665"/>
            <ac:grpSpMk id="22" creationId="{759E7A2F-B8A7-CACF-2F03-B1C6AB533B68}"/>
          </ac:grpSpMkLst>
        </pc:grpChg>
        <pc:grpChg chg="add mod">
          <ac:chgData name="Shailendra Chauhan" userId="a7d3133f-e197-4b90-bf63-99a63a264234" providerId="ADAL" clId="{1402DAB5-5DE4-4E7B-A162-318437710F7D}" dt="2026-04-09T18:32:51.854" v="7113" actId="14100"/>
          <ac:grpSpMkLst>
            <pc:docMk/>
            <pc:sldMk cId="503972177" sldId="2147469665"/>
            <ac:grpSpMk id="23" creationId="{B78E6E00-DEBE-AA18-1B0F-5AD6C51F35E5}"/>
          </ac:grpSpMkLst>
        </pc:grpChg>
      </pc:sldChg>
      <pc:sldChg chg="addSp delSp modSp new mod modClrScheme addAnim delAnim modAnim chgLayout modNotesTx">
        <pc:chgData name="Shailendra Chauhan" userId="a7d3133f-e197-4b90-bf63-99a63a264234" providerId="ADAL" clId="{1402DAB5-5DE4-4E7B-A162-318437710F7D}" dt="2026-04-11T17:35:55.912" v="8536" actId="20577"/>
        <pc:sldMkLst>
          <pc:docMk/>
          <pc:sldMk cId="1574360780" sldId="2147469666"/>
        </pc:sldMkLst>
        <pc:spChg chg="add mod ord">
          <ac:chgData name="Shailendra Chauhan" userId="a7d3133f-e197-4b90-bf63-99a63a264234" providerId="ADAL" clId="{1402DAB5-5DE4-4E7B-A162-318437710F7D}" dt="2026-04-09T19:10:07.982" v="7414" actId="20577"/>
          <ac:spMkLst>
            <pc:docMk/>
            <pc:sldMk cId="1574360780" sldId="2147469666"/>
            <ac:spMk id="4" creationId="{70A05C0D-6BCA-654D-6DA3-1DEA85E1552B}"/>
          </ac:spMkLst>
        </pc:spChg>
        <pc:spChg chg="add mod">
          <ac:chgData name="Shailendra Chauhan" userId="a7d3133f-e197-4b90-bf63-99a63a264234" providerId="ADAL" clId="{1402DAB5-5DE4-4E7B-A162-318437710F7D}" dt="2026-04-09T19:20:41.892" v="7611" actId="1076"/>
          <ac:spMkLst>
            <pc:docMk/>
            <pc:sldMk cId="1574360780" sldId="2147469666"/>
            <ac:spMk id="8" creationId="{A1557657-647C-1404-C1B2-A59431E2A401}"/>
          </ac:spMkLst>
        </pc:spChg>
        <pc:picChg chg="add mod">
          <ac:chgData name="Shailendra Chauhan" userId="a7d3133f-e197-4b90-bf63-99a63a264234" providerId="ADAL" clId="{1402DAB5-5DE4-4E7B-A162-318437710F7D}" dt="2026-04-10T17:49:31.543" v="7876" actId="1440"/>
          <ac:picMkLst>
            <pc:docMk/>
            <pc:sldMk cId="1574360780" sldId="2147469666"/>
            <ac:picMk id="5" creationId="{D585D38E-F94F-2F9B-8145-F9A51A92B7E6}"/>
          </ac:picMkLst>
        </pc:picChg>
        <pc:picChg chg="add mod modCrop">
          <ac:chgData name="Shailendra Chauhan" userId="a7d3133f-e197-4b90-bf63-99a63a264234" providerId="ADAL" clId="{1402DAB5-5DE4-4E7B-A162-318437710F7D}" dt="2026-04-10T17:49:25.191" v="7875" actId="1440"/>
          <ac:picMkLst>
            <pc:docMk/>
            <pc:sldMk cId="1574360780" sldId="2147469666"/>
            <ac:picMk id="7" creationId="{95BBF693-EB15-6A8E-5BDC-E6FF73F2BD50}"/>
          </ac:picMkLst>
        </pc:picChg>
      </pc:sldChg>
      <pc:sldChg chg="addSp delSp modSp new mod ord modClrScheme chgLayout">
        <pc:chgData name="Shailendra Chauhan" userId="a7d3133f-e197-4b90-bf63-99a63a264234" providerId="ADAL" clId="{1402DAB5-5DE4-4E7B-A162-318437710F7D}" dt="2026-04-12T05:42:37.414" v="8633"/>
        <pc:sldMkLst>
          <pc:docMk/>
          <pc:sldMk cId="3710106004" sldId="2147469667"/>
        </pc:sldMkLst>
        <pc:spChg chg="add mod">
          <ac:chgData name="Shailendra Chauhan" userId="a7d3133f-e197-4b90-bf63-99a63a264234" providerId="ADAL" clId="{1402DAB5-5DE4-4E7B-A162-318437710F7D}" dt="2026-04-11T17:41:36.329" v="8561" actId="20577"/>
          <ac:spMkLst>
            <pc:docMk/>
            <pc:sldMk cId="3710106004" sldId="2147469667"/>
            <ac:spMk id="4" creationId="{DBAD9C6A-3A85-EA83-379D-E4E697154E1D}"/>
          </ac:spMkLst>
        </pc:spChg>
      </pc:sldChg>
      <pc:sldChg chg="addSp delSp modSp new mod modAnim modShow chgLayout modNotesTx">
        <pc:chgData name="Shailendra Chauhan" userId="a7d3133f-e197-4b90-bf63-99a63a264234" providerId="ADAL" clId="{1402DAB5-5DE4-4E7B-A162-318437710F7D}" dt="2026-04-12T05:43:52.662" v="8636" actId="729"/>
        <pc:sldMkLst>
          <pc:docMk/>
          <pc:sldMk cId="1924288566" sldId="2147469668"/>
        </pc:sldMkLst>
        <pc:spChg chg="mod ord">
          <ac:chgData name="Shailendra Chauhan" userId="a7d3133f-e197-4b90-bf63-99a63a264234" providerId="ADAL" clId="{1402DAB5-5DE4-4E7B-A162-318437710F7D}" dt="2026-04-12T05:43:46.614" v="8635" actId="6264"/>
          <ac:spMkLst>
            <pc:docMk/>
            <pc:sldMk cId="1924288566" sldId="2147469668"/>
            <ac:spMk id="2" creationId="{44AEE27B-8D63-CCEE-4485-6E1E9456A7B6}"/>
          </ac:spMkLst>
        </pc:spChg>
        <pc:spChg chg="mod ord">
          <ac:chgData name="Shailendra Chauhan" userId="a7d3133f-e197-4b90-bf63-99a63a264234" providerId="ADAL" clId="{1402DAB5-5DE4-4E7B-A162-318437710F7D}" dt="2026-04-12T05:43:46.614" v="8635" actId="6264"/>
          <ac:spMkLst>
            <pc:docMk/>
            <pc:sldMk cId="1924288566" sldId="2147469668"/>
            <ac:spMk id="3" creationId="{E3D4DAD2-546B-A405-3139-669C816CC63F}"/>
          </ac:spMkLst>
        </pc:spChg>
      </pc:sldChg>
      <pc:sldChg chg="addSp delSp modSp new mod modClrScheme modAnim chgLayout">
        <pc:chgData name="Shailendra Chauhan" userId="a7d3133f-e197-4b90-bf63-99a63a264234" providerId="ADAL" clId="{1402DAB5-5DE4-4E7B-A162-318437710F7D}" dt="2026-04-21T04:30:05.106" v="8864" actId="700"/>
        <pc:sldMkLst>
          <pc:docMk/>
          <pc:sldMk cId="3971951076" sldId="2147469669"/>
        </pc:sldMkLst>
        <pc:spChg chg="mod ord">
          <ac:chgData name="Shailendra Chauhan" userId="a7d3133f-e197-4b90-bf63-99a63a264234" providerId="ADAL" clId="{1402DAB5-5DE4-4E7B-A162-318437710F7D}" dt="2026-04-21T04:30:05.106" v="8864" actId="700"/>
          <ac:spMkLst>
            <pc:docMk/>
            <pc:sldMk cId="3971951076" sldId="2147469669"/>
            <ac:spMk id="3" creationId="{207894B3-9A4A-5973-623F-30C4F8AB2149}"/>
          </ac:spMkLst>
        </pc:spChg>
        <pc:picChg chg="add mod">
          <ac:chgData name="Shailendra Chauhan" userId="a7d3133f-e197-4b90-bf63-99a63a264234" providerId="ADAL" clId="{1402DAB5-5DE4-4E7B-A162-318437710F7D}" dt="2026-04-10T17:48:32.274" v="7862" actId="1440"/>
          <ac:picMkLst>
            <pc:docMk/>
            <pc:sldMk cId="3971951076" sldId="2147469669"/>
            <ac:picMk id="8" creationId="{98912D69-2DC5-EDE1-1E4F-7ADBB021A633}"/>
          </ac:picMkLst>
        </pc:picChg>
      </pc:sldChg>
      <pc:sldChg chg="delSp new mod modClrScheme chgLayout">
        <pc:chgData name="Shailendra Chauhan" userId="a7d3133f-e197-4b90-bf63-99a63a264234" providerId="ADAL" clId="{1402DAB5-5DE4-4E7B-A162-318437710F7D}" dt="2026-04-21T04:30:12.018" v="8866" actId="700"/>
        <pc:sldMkLst>
          <pc:docMk/>
          <pc:sldMk cId="1699276500" sldId="2147469670"/>
        </pc:sldMkLst>
        <pc:spChg chg="del">
          <ac:chgData name="Shailendra Chauhan" userId="a7d3133f-e197-4b90-bf63-99a63a264234" providerId="ADAL" clId="{1402DAB5-5DE4-4E7B-A162-318437710F7D}" dt="2026-04-21T04:30:12.018" v="8866" actId="700"/>
          <ac:spMkLst>
            <pc:docMk/>
            <pc:sldMk cId="1699276500" sldId="2147469670"/>
            <ac:spMk id="2" creationId="{71649E1A-B444-9C68-18ED-4841CD5BC129}"/>
          </ac:spMkLst>
        </pc:spChg>
        <pc:spChg chg="del">
          <ac:chgData name="Shailendra Chauhan" userId="a7d3133f-e197-4b90-bf63-99a63a264234" providerId="ADAL" clId="{1402DAB5-5DE4-4E7B-A162-318437710F7D}" dt="2026-04-21T04:30:12.018" v="8866" actId="700"/>
          <ac:spMkLst>
            <pc:docMk/>
            <pc:sldMk cId="1699276500" sldId="2147469670"/>
            <ac:spMk id="3" creationId="{4F892D62-E4C4-6659-1F03-86C1870BFE88}"/>
          </ac:spMkLst>
        </pc:spChg>
      </pc:sldChg>
      <pc:sldMasterChg chg="modSp mod addSldLayout modSldLayout">
        <pc:chgData name="Shailendra Chauhan" userId="a7d3133f-e197-4b90-bf63-99a63a264234" providerId="ADAL" clId="{1402DAB5-5DE4-4E7B-A162-318437710F7D}" dt="2026-04-21T04:29:32.547" v="8861" actId="114"/>
        <pc:sldMasterMkLst>
          <pc:docMk/>
          <pc:sldMasterMk cId="2360775768" sldId="2147483717"/>
        </pc:sldMasterMkLst>
        <pc:spChg chg="mod">
          <ac:chgData name="Shailendra Chauhan" userId="a7d3133f-e197-4b90-bf63-99a63a264234" providerId="ADAL" clId="{1402DAB5-5DE4-4E7B-A162-318437710F7D}" dt="2026-04-17T14:59:37.955" v="8639"/>
          <ac:spMkLst>
            <pc:docMk/>
            <pc:sldMasterMk cId="2360775768" sldId="2147483717"/>
            <ac:spMk id="2" creationId="{EAB23353-AC87-47E7-BD54-928306F48010}"/>
          </ac:spMkLst>
        </pc:spChg>
        <pc:sldLayoutChg chg="addSp delSp modSp add mod modTransition delAnim modAnim">
          <pc:chgData name="Shailendra Chauhan" userId="a7d3133f-e197-4b90-bf63-99a63a264234" providerId="ADAL" clId="{1402DAB5-5DE4-4E7B-A162-318437710F7D}" dt="2026-04-21T04:29:32.547" v="8861" actId="114"/>
          <pc:sldLayoutMkLst>
            <pc:docMk/>
            <pc:sldMasterMk cId="2360775768" sldId="2147483717"/>
            <pc:sldLayoutMk cId="2574610495" sldId="2147483743"/>
          </pc:sldLayoutMkLst>
          <pc:spChg chg="add mod">
            <ac:chgData name="Shailendra Chauhan" userId="a7d3133f-e197-4b90-bf63-99a63a264234" providerId="ADAL" clId="{1402DAB5-5DE4-4E7B-A162-318437710F7D}" dt="2026-04-21T04:28:52.444" v="8855" actId="164"/>
            <ac:spMkLst>
              <pc:docMk/>
              <pc:sldMasterMk cId="2360775768" sldId="2147483717"/>
              <pc:sldLayoutMk cId="2574610495" sldId="2147483743"/>
              <ac:spMk id="5" creationId="{D7BB6977-F33E-9984-2554-DBA73CC585A6}"/>
            </ac:spMkLst>
          </pc:spChg>
          <pc:spChg chg="add mod">
            <ac:chgData name="Shailendra Chauhan" userId="a7d3133f-e197-4b90-bf63-99a63a264234" providerId="ADAL" clId="{1402DAB5-5DE4-4E7B-A162-318437710F7D}" dt="2026-04-21T04:29:32.547" v="8861" actId="114"/>
            <ac:spMkLst>
              <pc:docMk/>
              <pc:sldMasterMk cId="2360775768" sldId="2147483717"/>
              <pc:sldLayoutMk cId="2574610495" sldId="2147483743"/>
              <ac:spMk id="6" creationId="{113D635E-2A98-3E59-C4B8-4D3E431C0941}"/>
            </ac:spMkLst>
          </pc:spChg>
          <pc:spChg chg="add mod">
            <ac:chgData name="Shailendra Chauhan" userId="a7d3133f-e197-4b90-bf63-99a63a264234" providerId="ADAL" clId="{1402DAB5-5DE4-4E7B-A162-318437710F7D}" dt="2026-04-21T04:28:55.940" v="8856" actId="164"/>
            <ac:spMkLst>
              <pc:docMk/>
              <pc:sldMasterMk cId="2360775768" sldId="2147483717"/>
              <pc:sldLayoutMk cId="2574610495" sldId="2147483743"/>
              <ac:spMk id="9" creationId="{A5C1A8F4-7E46-C983-CA94-2A59868FC8A5}"/>
            </ac:spMkLst>
          </pc:spChg>
          <pc:spChg chg="mod">
            <ac:chgData name="Shailendra Chauhan" userId="a7d3133f-e197-4b90-bf63-99a63a264234" providerId="ADAL" clId="{1402DAB5-5DE4-4E7B-A162-318437710F7D}" dt="2026-04-21T04:28:27.193" v="8837" actId="20577"/>
            <ac:spMkLst>
              <pc:docMk/>
              <pc:sldMasterMk cId="2360775768" sldId="2147483717"/>
              <pc:sldLayoutMk cId="2574610495" sldId="2147483743"/>
              <ac:spMk id="11" creationId="{A6428E25-5016-4039-B7A7-2F931DFE040A}"/>
            </ac:spMkLst>
          </pc:spChg>
          <pc:spChg chg="del">
            <ac:chgData name="Shailendra Chauhan" userId="a7d3133f-e197-4b90-bf63-99a63a264234" providerId="ADAL" clId="{1402DAB5-5DE4-4E7B-A162-318437710F7D}" dt="2026-04-21T04:24:54.446" v="8698" actId="478"/>
            <ac:spMkLst>
              <pc:docMk/>
              <pc:sldMasterMk cId="2360775768" sldId="2147483717"/>
              <pc:sldLayoutMk cId="2574610495" sldId="2147483743"/>
              <ac:spMk id="12" creationId="{AA060C8B-A3BA-485F-8BFF-B1AF78623F0F}"/>
            </ac:spMkLst>
          </pc:spChg>
          <pc:grpChg chg="add mod">
            <ac:chgData name="Shailendra Chauhan" userId="a7d3133f-e197-4b90-bf63-99a63a264234" providerId="ADAL" clId="{1402DAB5-5DE4-4E7B-A162-318437710F7D}" dt="2026-04-21T04:29:08.375" v="8857" actId="1076"/>
            <ac:grpSpMkLst>
              <pc:docMk/>
              <pc:sldMasterMk cId="2360775768" sldId="2147483717"/>
              <pc:sldLayoutMk cId="2574610495" sldId="2147483743"/>
              <ac:grpSpMk id="14" creationId="{FA4601AB-6836-47AA-D541-1B4E0FBE49A4}"/>
            </ac:grpSpMkLst>
          </pc:grpChg>
          <pc:grpChg chg="add mod">
            <ac:chgData name="Shailendra Chauhan" userId="a7d3133f-e197-4b90-bf63-99a63a264234" providerId="ADAL" clId="{1402DAB5-5DE4-4E7B-A162-318437710F7D}" dt="2026-04-21T04:29:08.375" v="8857" actId="1076"/>
            <ac:grpSpMkLst>
              <pc:docMk/>
              <pc:sldMasterMk cId="2360775768" sldId="2147483717"/>
              <pc:sldLayoutMk cId="2574610495" sldId="2147483743"/>
              <ac:grpSpMk id="15" creationId="{C5EFC544-A05D-D02B-AD63-F337A676CF43}"/>
            </ac:grpSpMkLst>
          </pc:grpChg>
          <pc:picChg chg="add mod">
            <ac:chgData name="Shailendra Chauhan" userId="a7d3133f-e197-4b90-bf63-99a63a264234" providerId="ADAL" clId="{1402DAB5-5DE4-4E7B-A162-318437710F7D}" dt="2026-04-21T04:28:52.444" v="8855" actId="164"/>
            <ac:picMkLst>
              <pc:docMk/>
              <pc:sldMasterMk cId="2360775768" sldId="2147483717"/>
              <pc:sldLayoutMk cId="2574610495" sldId="2147483743"/>
              <ac:picMk id="4" creationId="{198BEE4D-86CB-D8A9-E7FA-B855C3C25DDF}"/>
            </ac:picMkLst>
          </pc:picChg>
          <pc:picChg chg="add del mod">
            <ac:chgData name="Shailendra Chauhan" userId="a7d3133f-e197-4b90-bf63-99a63a264234" providerId="ADAL" clId="{1402DAB5-5DE4-4E7B-A162-318437710F7D}" dt="2026-04-21T04:27:36.176" v="8812" actId="478"/>
            <ac:picMkLst>
              <pc:docMk/>
              <pc:sldMasterMk cId="2360775768" sldId="2147483717"/>
              <pc:sldLayoutMk cId="2574610495" sldId="2147483743"/>
              <ac:picMk id="7" creationId="{2DDB6C5A-5BDC-9C16-73BA-BAD2485F7D5D}"/>
            </ac:picMkLst>
          </pc:picChg>
          <pc:picChg chg="del">
            <ac:chgData name="Shailendra Chauhan" userId="a7d3133f-e197-4b90-bf63-99a63a264234" providerId="ADAL" clId="{1402DAB5-5DE4-4E7B-A162-318437710F7D}" dt="2026-04-21T04:22:45.659" v="8641" actId="478"/>
            <ac:picMkLst>
              <pc:docMk/>
              <pc:sldMasterMk cId="2360775768" sldId="2147483717"/>
              <pc:sldLayoutMk cId="2574610495" sldId="2147483743"/>
              <ac:picMk id="8" creationId="{7E84F745-6E6C-4684-863E-D8BE5579F4B8}"/>
            </ac:picMkLst>
          </pc:picChg>
          <pc:picChg chg="add mod">
            <ac:chgData name="Shailendra Chauhan" userId="a7d3133f-e197-4b90-bf63-99a63a264234" providerId="ADAL" clId="{1402DAB5-5DE4-4E7B-A162-318437710F7D}" dt="2026-04-21T04:28:55.940" v="8856" actId="164"/>
            <ac:picMkLst>
              <pc:docMk/>
              <pc:sldMasterMk cId="2360775768" sldId="2147483717"/>
              <pc:sldLayoutMk cId="2574610495" sldId="2147483743"/>
              <ac:picMk id="13" creationId="{E60653D1-1BE6-164C-6F73-9550A54B1134}"/>
            </ac:picMkLst>
          </pc:picChg>
        </pc:sldLayoutChg>
      </pc:sldMasterChg>
      <pc:sldMasterChg chg="new del mod addSldLayout">
        <pc:chgData name="Shailendra Chauhan" userId="a7d3133f-e197-4b90-bf63-99a63a264234" providerId="ADAL" clId="{1402DAB5-5DE4-4E7B-A162-318437710F7D}" dt="2026-04-21T04:24:05.977" v="8675" actId="2696"/>
        <pc:sldMasterMkLst>
          <pc:docMk/>
          <pc:sldMasterMk cId="2152476781" sldId="2147483744"/>
        </pc:sldMasterMkLst>
        <pc:sldLayoutChg chg="new replId">
          <pc:chgData name="Shailendra Chauhan" userId="a7d3133f-e197-4b90-bf63-99a63a264234" providerId="ADAL" clId="{1402DAB5-5DE4-4E7B-A162-318437710F7D}" dt="2026-04-21T04:24:00.103" v="8674" actId="6938"/>
          <pc:sldLayoutMkLst>
            <pc:docMk/>
            <pc:sldMasterMk cId="2152476781" sldId="2147483744"/>
            <pc:sldLayoutMk cId="3390507175" sldId="2147483745"/>
          </pc:sldLayoutMkLst>
        </pc:sldLayoutChg>
        <pc:sldLayoutChg chg="new replId">
          <pc:chgData name="Shailendra Chauhan" userId="a7d3133f-e197-4b90-bf63-99a63a264234" providerId="ADAL" clId="{1402DAB5-5DE4-4E7B-A162-318437710F7D}" dt="2026-04-21T04:24:00.103" v="8674" actId="6938"/>
          <pc:sldLayoutMkLst>
            <pc:docMk/>
            <pc:sldMasterMk cId="2152476781" sldId="2147483744"/>
            <pc:sldLayoutMk cId="365690384" sldId="2147483746"/>
          </pc:sldLayoutMkLst>
        </pc:sldLayoutChg>
        <pc:sldLayoutChg chg="new replId">
          <pc:chgData name="Shailendra Chauhan" userId="a7d3133f-e197-4b90-bf63-99a63a264234" providerId="ADAL" clId="{1402DAB5-5DE4-4E7B-A162-318437710F7D}" dt="2026-04-21T04:24:00.103" v="8674" actId="6938"/>
          <pc:sldLayoutMkLst>
            <pc:docMk/>
            <pc:sldMasterMk cId="2152476781" sldId="2147483744"/>
            <pc:sldLayoutMk cId="2388335842" sldId="2147483747"/>
          </pc:sldLayoutMkLst>
        </pc:sldLayoutChg>
        <pc:sldLayoutChg chg="new replId">
          <pc:chgData name="Shailendra Chauhan" userId="a7d3133f-e197-4b90-bf63-99a63a264234" providerId="ADAL" clId="{1402DAB5-5DE4-4E7B-A162-318437710F7D}" dt="2026-04-21T04:24:00.103" v="8674" actId="6938"/>
          <pc:sldLayoutMkLst>
            <pc:docMk/>
            <pc:sldMasterMk cId="2152476781" sldId="2147483744"/>
            <pc:sldLayoutMk cId="1887113579" sldId="2147483748"/>
          </pc:sldLayoutMkLst>
        </pc:sldLayoutChg>
        <pc:sldLayoutChg chg="new replId">
          <pc:chgData name="Shailendra Chauhan" userId="a7d3133f-e197-4b90-bf63-99a63a264234" providerId="ADAL" clId="{1402DAB5-5DE4-4E7B-A162-318437710F7D}" dt="2026-04-21T04:24:00.103" v="8674" actId="6938"/>
          <pc:sldLayoutMkLst>
            <pc:docMk/>
            <pc:sldMasterMk cId="2152476781" sldId="2147483744"/>
            <pc:sldLayoutMk cId="118735342" sldId="2147483749"/>
          </pc:sldLayoutMkLst>
        </pc:sldLayoutChg>
        <pc:sldLayoutChg chg="new replId">
          <pc:chgData name="Shailendra Chauhan" userId="a7d3133f-e197-4b90-bf63-99a63a264234" providerId="ADAL" clId="{1402DAB5-5DE4-4E7B-A162-318437710F7D}" dt="2026-04-21T04:24:00.103" v="8674" actId="6938"/>
          <pc:sldLayoutMkLst>
            <pc:docMk/>
            <pc:sldMasterMk cId="2152476781" sldId="2147483744"/>
            <pc:sldLayoutMk cId="508733155" sldId="2147483750"/>
          </pc:sldLayoutMkLst>
        </pc:sldLayoutChg>
        <pc:sldLayoutChg chg="new replId">
          <pc:chgData name="Shailendra Chauhan" userId="a7d3133f-e197-4b90-bf63-99a63a264234" providerId="ADAL" clId="{1402DAB5-5DE4-4E7B-A162-318437710F7D}" dt="2026-04-21T04:24:00.103" v="8674" actId="6938"/>
          <pc:sldLayoutMkLst>
            <pc:docMk/>
            <pc:sldMasterMk cId="2152476781" sldId="2147483744"/>
            <pc:sldLayoutMk cId="3696251365" sldId="2147483751"/>
          </pc:sldLayoutMkLst>
        </pc:sldLayoutChg>
        <pc:sldLayoutChg chg="new replId">
          <pc:chgData name="Shailendra Chauhan" userId="a7d3133f-e197-4b90-bf63-99a63a264234" providerId="ADAL" clId="{1402DAB5-5DE4-4E7B-A162-318437710F7D}" dt="2026-04-21T04:24:00.103" v="8674" actId="6938"/>
          <pc:sldLayoutMkLst>
            <pc:docMk/>
            <pc:sldMasterMk cId="2152476781" sldId="2147483744"/>
            <pc:sldLayoutMk cId="4127484754" sldId="2147483752"/>
          </pc:sldLayoutMkLst>
        </pc:sldLayoutChg>
        <pc:sldLayoutChg chg="new replId">
          <pc:chgData name="Shailendra Chauhan" userId="a7d3133f-e197-4b90-bf63-99a63a264234" providerId="ADAL" clId="{1402DAB5-5DE4-4E7B-A162-318437710F7D}" dt="2026-04-21T04:24:00.103" v="8674" actId="6938"/>
          <pc:sldLayoutMkLst>
            <pc:docMk/>
            <pc:sldMasterMk cId="2152476781" sldId="2147483744"/>
            <pc:sldLayoutMk cId="1290809283" sldId="2147483753"/>
          </pc:sldLayoutMkLst>
        </pc:sldLayoutChg>
        <pc:sldLayoutChg chg="new replId">
          <pc:chgData name="Shailendra Chauhan" userId="a7d3133f-e197-4b90-bf63-99a63a264234" providerId="ADAL" clId="{1402DAB5-5DE4-4E7B-A162-318437710F7D}" dt="2026-04-21T04:24:00.103" v="8674" actId="6938"/>
          <pc:sldLayoutMkLst>
            <pc:docMk/>
            <pc:sldMasterMk cId="2152476781" sldId="2147483744"/>
            <pc:sldLayoutMk cId="2046512640" sldId="2147483754"/>
          </pc:sldLayoutMkLst>
        </pc:sldLayoutChg>
        <pc:sldLayoutChg chg="new replId">
          <pc:chgData name="Shailendra Chauhan" userId="a7d3133f-e197-4b90-bf63-99a63a264234" providerId="ADAL" clId="{1402DAB5-5DE4-4E7B-A162-318437710F7D}" dt="2026-04-21T04:24:00.103" v="8674" actId="6938"/>
          <pc:sldLayoutMkLst>
            <pc:docMk/>
            <pc:sldMasterMk cId="2152476781" sldId="2147483744"/>
            <pc:sldLayoutMk cId="4281274785" sldId="214748375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E11B48-6CEE-44C8-AECA-A1CF6E619D6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6D157-11C6-48FE-BB01-E877EE847946}" type="datetimeFigureOut">
              <a:rPr lang="en-US" smtClean="0"/>
              <a:t>4/21/2026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DD871-A22B-4005-A4FA-6AB98C7A49A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2B033-A026-4DB6-A1EF-E10D88BCC16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2" name="Google Shape;13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start with a fact: Over 70% of enterprise data is unstructured – Its in emails, PDFs, support tickets or wikis. Yet most companies still force users to navigate siloed portals or wait for email replies.</a:t>
            </a:r>
            <a:br>
              <a:rPr lang="en-IN" dirty="0"/>
            </a:b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Meanwhile, every department builds its own chatbot, none of which talk to each other or to backend systems. The result? Slow answers, frustrated customers, and massive operational cost.</a:t>
            </a:r>
            <a:br>
              <a:rPr lang="en-IN" dirty="0"/>
            </a:b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I’ll show you how to solve this – not with another point solution – but with a </a:t>
            </a:r>
            <a:r>
              <a:rPr lang="en-I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scalable, secure AI chat platform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built on Azure OpenAI and React, ready for production in weeks, not years.”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B033-A026-4DB6-A1EF-E10D88BCC1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96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Business Q&amp;A via RAG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knowledge (GPT reasoning)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Real-time customer support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B033-A026-4DB6-A1EF-E10D88BCC1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35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Let’s understand one of the most important AI patterns today — RAG</a:t>
            </a:r>
          </a:p>
          <a:p>
            <a:r>
              <a:rPr lang="en-IN" dirty="0"/>
              <a:t>RAG stands for Retrieval, Context, and Generation.</a:t>
            </a:r>
          </a:p>
          <a:p>
            <a:endParaRPr lang="en-IN" dirty="0"/>
          </a:p>
          <a:p>
            <a:r>
              <a:rPr lang="en-IN" b="1" dirty="0"/>
              <a:t>Grounded: </a:t>
            </a:r>
            <a:r>
              <a:rPr lang="en-IN" dirty="0"/>
              <a:t>The answer is </a:t>
            </a:r>
            <a:r>
              <a:rPr lang="en-IN" b="1" dirty="0"/>
              <a:t>based on real data provided to the LLM</a:t>
            </a:r>
            <a:r>
              <a:rPr lang="en-IN" dirty="0"/>
              <a:t>, not just its internal knowledge.</a:t>
            </a:r>
          </a:p>
          <a:p>
            <a:endParaRPr lang="en-IN" dirty="0"/>
          </a:p>
          <a:p>
            <a:r>
              <a:rPr lang="en-IN" b="1" dirty="0"/>
              <a:t>Diagram Flow:</a:t>
            </a:r>
            <a:br>
              <a:rPr lang="en-IN" dirty="0"/>
            </a:br>
            <a:r>
              <a:rPr lang="en-IN" dirty="0"/>
              <a:t>“If you look at the flow below:</a:t>
            </a:r>
          </a:p>
          <a:p>
            <a:r>
              <a:rPr lang="en-IN" dirty="0"/>
              <a:t>The user sends a question </a:t>
            </a:r>
          </a:p>
          <a:p>
            <a:r>
              <a:rPr lang="en-IN" dirty="0"/>
              <a:t>The system performs semantic search on the vector database </a:t>
            </a:r>
          </a:p>
          <a:p>
            <a:r>
              <a:rPr lang="en-IN" dirty="0"/>
              <a:t>Relevant content (</a:t>
            </a:r>
            <a:r>
              <a:rPr lang="en-IN" b="1" dirty="0"/>
              <a:t>text chunks</a:t>
            </a:r>
            <a:r>
              <a:rPr lang="en-IN" dirty="0"/>
              <a:t>, not the vectors) is added to the prompt </a:t>
            </a:r>
          </a:p>
          <a:p>
            <a:r>
              <a:rPr lang="en-IN" dirty="0"/>
              <a:t>The LLM generates the response </a:t>
            </a:r>
          </a:p>
          <a:p>
            <a:r>
              <a:rPr lang="en-IN" dirty="0"/>
              <a:t>And we return the final answer to the user”</a:t>
            </a:r>
          </a:p>
          <a:p>
            <a:endParaRPr lang="en-IN" dirty="0"/>
          </a:p>
          <a:p>
            <a:r>
              <a:rPr lang="en-IN" dirty="0"/>
              <a:t>“One common misconception is that RAG returns vectors — but that’s not true.</a:t>
            </a:r>
          </a:p>
          <a:p>
            <a:endParaRPr lang="en-IN" dirty="0"/>
          </a:p>
          <a:p>
            <a:r>
              <a:rPr lang="en-IN" dirty="0"/>
              <a:t>Vectors are only used for matching. The system actually returns </a:t>
            </a:r>
            <a:r>
              <a:rPr lang="en-IN" b="1" dirty="0"/>
              <a:t>relevant text chunks</a:t>
            </a:r>
            <a:r>
              <a:rPr lang="en-IN" dirty="0"/>
              <a:t>, not vectors.”</a:t>
            </a:r>
          </a:p>
          <a:p>
            <a:endParaRPr lang="en-IN" dirty="0"/>
          </a:p>
          <a:p>
            <a:r>
              <a:rPr lang="en-IN" b="1" dirty="0"/>
              <a:t>Data Preparation (Offline)</a:t>
            </a:r>
          </a:p>
          <a:p>
            <a:r>
              <a:rPr lang="en-IN" dirty="0"/>
              <a:t>“Before runtime, all documents are: </a:t>
            </a:r>
          </a:p>
          <a:p>
            <a:r>
              <a:rPr lang="en-IN" dirty="0"/>
              <a:t>Split into smaller chunks and Converted into embeddings (vectors) </a:t>
            </a:r>
          </a:p>
          <a:p>
            <a:r>
              <a:rPr lang="en-IN" dirty="0"/>
              <a:t>Stored in a vector database along with original text </a:t>
            </a:r>
          </a:p>
          <a:p>
            <a:endParaRPr lang="en-IN" dirty="0"/>
          </a:p>
          <a:p>
            <a:r>
              <a:rPr lang="en-IN" dirty="0"/>
              <a:t>So every chunk has:</a:t>
            </a:r>
          </a:p>
          <a:p>
            <a:r>
              <a:rPr lang="en-IN" dirty="0"/>
              <a:t>Text </a:t>
            </a:r>
          </a:p>
          <a:p>
            <a:r>
              <a:rPr lang="en-IN" dirty="0"/>
              <a:t>Vector representation </a:t>
            </a:r>
          </a:p>
          <a:p>
            <a:r>
              <a:rPr lang="en-IN" dirty="0"/>
              <a:t>Metadata</a:t>
            </a:r>
          </a:p>
          <a:p>
            <a:endParaRPr lang="en-IN" dirty="0"/>
          </a:p>
          <a:p>
            <a:r>
              <a:rPr lang="en-IN" b="1" dirty="0"/>
              <a:t>Step 2 – Query Processing</a:t>
            </a:r>
          </a:p>
          <a:p>
            <a:r>
              <a:rPr lang="en-IN" dirty="0"/>
              <a:t>“When a user asks a question:</a:t>
            </a:r>
          </a:p>
          <a:p>
            <a:r>
              <a:rPr lang="en-IN" dirty="0"/>
              <a:t>The query is also converted into an embedding </a:t>
            </a:r>
          </a:p>
          <a:p>
            <a:r>
              <a:rPr lang="en-IN" dirty="0"/>
              <a:t>Then we perform similarity search against stored vectors”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B033-A026-4DB6-A1EF-E10D88BCC1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24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How to choose chunk size (Important)</a:t>
            </a:r>
          </a:p>
          <a:p>
            <a:r>
              <a:rPr lang="en-IN" dirty="0"/>
              <a:t>Chunk Size</a:t>
            </a:r>
          </a:p>
          <a:p>
            <a:endParaRPr lang="en-IN" dirty="0"/>
          </a:p>
          <a:p>
            <a:r>
              <a:rPr lang="en-IN" dirty="0"/>
              <a:t>100–300 tokens                                              Precise Q&amp;A</a:t>
            </a:r>
          </a:p>
          <a:p>
            <a:r>
              <a:rPr lang="en-IN" dirty="0"/>
              <a:t>300–700 tokens Balanced (recommended)   ✅ Best default</a:t>
            </a:r>
          </a:p>
          <a:p>
            <a:r>
              <a:rPr lang="en-IN" dirty="0"/>
              <a:t>800–1500 tokens Large docs                          Less precise retrieval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Azure AI Search do </a:t>
            </a:r>
            <a:r>
              <a:rPr lang="en-IN" b="1" dirty="0"/>
              <a:t>Character-based chunking (NOT token-based)</a:t>
            </a:r>
            <a:r>
              <a:rPr lang="en-IN" dirty="0"/>
              <a:t> </a:t>
            </a:r>
          </a:p>
          <a:p>
            <a:r>
              <a:rPr lang="en-IN" dirty="0"/>
              <a:t>Chunk size: ~</a:t>
            </a:r>
            <a:r>
              <a:rPr lang="en-IN" b="1" dirty="0"/>
              <a:t>1000–1500 characters</a:t>
            </a:r>
            <a:r>
              <a:rPr lang="en-IN" dirty="0"/>
              <a:t> (</a:t>
            </a:r>
            <a:r>
              <a:rPr lang="en-IN" dirty="0" err="1"/>
              <a:t>approx</a:t>
            </a:r>
            <a:r>
              <a:rPr lang="en-IN" dirty="0"/>
              <a:t> range)</a:t>
            </a:r>
          </a:p>
          <a:p>
            <a:endParaRPr lang="en-IN" dirty="0"/>
          </a:p>
          <a:p>
            <a:r>
              <a:rPr lang="en-IN" dirty="0"/>
              <a:t>Text Embedding Model doesn’t support chunk size controlling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B033-A026-4DB6-A1EF-E10D88BCC1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15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100000"/>
              </a:lnSpc>
            </a:pPr>
            <a:r>
              <a:rPr lang="en-IN" dirty="0"/>
              <a:t>GPT5, GPT-4 &amp; GPT-3.5: Advanced large language models (LLMs) for text.</a:t>
            </a:r>
          </a:p>
          <a:p>
            <a:pPr lvl="1">
              <a:lnSpc>
                <a:spcPct val="100000"/>
              </a:lnSpc>
            </a:pPr>
            <a:r>
              <a:rPr lang="en-IN" dirty="0"/>
              <a:t>Embeddings: For semantic search and text analysis.</a:t>
            </a:r>
          </a:p>
          <a:p>
            <a:pPr lvl="1">
              <a:lnSpc>
                <a:spcPct val="100000"/>
              </a:lnSpc>
            </a:pPr>
            <a:r>
              <a:rPr lang="en-IN" dirty="0"/>
              <a:t>Codex: Powers GitHub Copilot (specialized for code).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B033-A026-4DB6-A1EF-E10D88BCC16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53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and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3295" y="2535606"/>
            <a:ext cx="11143910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Module Title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46866" y="3545457"/>
            <a:ext cx="6026871" cy="5331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2646866" y="4195390"/>
            <a:ext cx="6026871" cy="73866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93295" y="3446463"/>
            <a:ext cx="1975585" cy="158666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Photo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2658569" y="4127748"/>
            <a:ext cx="8978636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61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340BAD-F134-4A9B-BB47-F01A0DB9BE57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BB1D18-B779-46CB-8922-58A7E189328F}"/>
              </a:ext>
            </a:extLst>
          </p:cNvPr>
          <p:cNvCxnSpPr>
            <a:cxnSpLocks/>
          </p:cNvCxnSpPr>
          <p:nvPr/>
        </p:nvCxnSpPr>
        <p:spPr>
          <a:xfrm>
            <a:off x="526819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1690B5-E6B0-489E-9947-42FF8A998CB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 sz="1800"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F43BE9-EBA0-4400-9E48-87F01782F12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699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755BF9-73C5-D8AB-816C-90E629949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2403F204-1D2A-936B-B63A-B88F414750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4641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898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163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50X5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6A12E5-B765-A316-598E-79FCC3546E5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33269-C4E9-ECDC-EFF1-00EDC8F021B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ABE32-DEB1-638B-DBEF-113B4466A2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B300AE-1402-CDA0-A938-939F32869F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53685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>
            <a:off x="6026992" y="1268087"/>
            <a:ext cx="0" cy="4877624"/>
          </a:xfrm>
          <a:prstGeom prst="line">
            <a:avLst/>
          </a:prstGeom>
          <a:ln w="28575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7A390F-F982-47EC-24A7-50208BCC4F9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D5A432-AC3D-5822-6821-0D13158E63F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38A476-939B-F252-631A-BE94D9A4BB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8E9192-631B-274D-CE53-FF3C8CFC7C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38265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B4CCE-59D3-C027-843D-E2F26AE032B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3739F4-3F13-0704-9D4B-73CB2DF95DC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204C57-DA88-64F5-98EC-2BBD5C1A59A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669250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79178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Content and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712C30-FC98-4B35-653F-C664E715A71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B2798B-8FA7-BD6B-6F3F-5844CD4A4CC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023B4F-B1EE-8820-2299-7FEEE89E14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2424007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810823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D5DC78-B617-F542-BE22-DE3865674D5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BBF960-78E3-C281-C2B7-60720E032B7E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97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488631-35A3-4F61-C943-9B2BFF32C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4A1324-6B3C-BE00-19F4-70450903AEE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192635-521E-502F-8451-5FB12A798F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FE78FC-0FC4-1656-5703-EFCA022CDB3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0E85BF5-779B-9199-ACC3-E02B8F0F4C0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4113237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uble 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CF70EC-83CE-E5E3-D8F1-DDD858704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D6EA5-6A65-0363-EB73-5A2B18D8205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58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Horizont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440-C62C-19B5-98B0-DEBDF6B4C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6613183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E270D-8E27-43C3-1CFA-AE933E98D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98E921-6245-1FEC-223E-A51E004E63E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01110F-3187-24A0-57E8-EE1DED0DC21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889FEC-E510-C186-0EC9-024E667186E2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9513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Vertic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55CEA4-E206-DAB7-8B5B-9B1ABBCB8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6715"/>
            <a:ext cx="11122056" cy="228918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7CD97-BF95-AF28-447D-BB1E2EDFB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5C720-9D69-8C23-58AD-23F46026915A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42FC20-AD5F-00A9-16A6-C284D0D466C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287459-B6A1-E08F-15D2-D77E87D9A983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54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Image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8C075-9A2A-EDE0-63C2-EBE96D939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5370DA-0C40-FE6A-9E5C-347165ED93C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10E24D-4C7D-D667-FE78-B7ED99A0DDF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3113E-FA48-4730-D9F0-33740E995D8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545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6DF01AD-F736-C2C7-0FAA-55FF8A2CF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2" y="6383986"/>
            <a:ext cx="1494944" cy="31998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19E02B-56E8-ACD8-1B70-805BA4633E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4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 sz="2000">
                <a:solidFill>
                  <a:srgbClr val="0D3B4F"/>
                </a:solidFill>
              </a:defRPr>
            </a:lvl2pPr>
            <a:lvl3pPr>
              <a:buClrTx/>
              <a:defRPr sz="1800"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44138E5-EED3-8D63-A785-F95739F3F1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703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55C16-DF64-F949-0239-27F0F3861759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A9AEAF-EC84-0313-4DD0-1538620521F6}"/>
              </a:ext>
            </a:extLst>
          </p:cNvPr>
          <p:cNvCxnSpPr>
            <a:cxnSpLocks/>
          </p:cNvCxnSpPr>
          <p:nvPr/>
        </p:nvCxnSpPr>
        <p:spPr>
          <a:xfrm>
            <a:off x="5259569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9943E9D6-1CCF-2BAA-1FB2-4053F7BD1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9073438-1C62-6B9F-70AD-9967DD332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99588-797B-A32D-414C-F7D05E0D5EFD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45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24734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20" y="2357938"/>
            <a:ext cx="1907827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24852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C8F4B77F-0D0D-0DC6-3F9E-303AAF78D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F5F5B0-3542-BD53-B3C3-511B7DF3B642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5042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62" y="2801136"/>
            <a:ext cx="30964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3677942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7CA36C7E-9368-2FEC-4C6C-0E9EE11FC6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102C1-9945-8365-90E1-0591D7ABB75E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9810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B66E12-9BB3-7E03-ED63-6F68DD490D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142878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8C8F-C9FF-E150-0975-AC8DD67162F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3549162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49B69F4-6542-CC32-13BB-1EDC8016C7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2910239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197C-A14F-EF49-12E9-8F9D65AAF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4137262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10F2F3-E7C9-5A3B-5A3A-2F657B7544C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76153"/>
            <a:ext cx="5156998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573F37-5E38-4DE7-D01D-29CB325BB93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5156994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AD7D6-23BD-096F-D2AC-99E21B392F8C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933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1B2F07E-0C00-421A-9195-523EDBF7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7351" y="837219"/>
            <a:ext cx="8605921" cy="6110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334A2F-1DF6-47E4-9342-6176E6E9DA35}"/>
              </a:ext>
            </a:extLst>
          </p:cNvPr>
          <p:cNvSpPr/>
          <p:nvPr/>
        </p:nvSpPr>
        <p:spPr bwMode="auto">
          <a:xfrm>
            <a:off x="5600700" y="1883304"/>
            <a:ext cx="6000750" cy="335799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189F03-5212-6C02-3901-900E58D9C2E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82787"/>
            <a:ext cx="473697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DCC069-2BEA-5F9E-9129-62A5B1B8703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4736967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A636B-F90E-6AC1-F66C-DD7F07E87CA1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852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6DD577C-C13B-4699-AEF8-7A86F0FC6BC3}"/>
              </a:ext>
            </a:extLst>
          </p:cNvPr>
          <p:cNvSpPr/>
          <p:nvPr/>
        </p:nvSpPr>
        <p:spPr bwMode="auto">
          <a:xfrm>
            <a:off x="5088049" y="0"/>
            <a:ext cx="7103952" cy="6858000"/>
          </a:xfrm>
          <a:custGeom>
            <a:avLst/>
            <a:gdLst>
              <a:gd name="connsiteX0" fmla="*/ 1544125 w 8382633"/>
              <a:gd name="connsiteY0" fmla="*/ 0 h 6858000"/>
              <a:gd name="connsiteX1" fmla="*/ 3077650 w 8382633"/>
              <a:gd name="connsiteY1" fmla="*/ 0 h 6858000"/>
              <a:gd name="connsiteX2" fmla="*/ 6849108 w 8382633"/>
              <a:gd name="connsiteY2" fmla="*/ 0 h 6858000"/>
              <a:gd name="connsiteX3" fmla="*/ 8382633 w 8382633"/>
              <a:gd name="connsiteY3" fmla="*/ 0 h 6858000"/>
              <a:gd name="connsiteX4" fmla="*/ 8382633 w 8382633"/>
              <a:gd name="connsiteY4" fmla="*/ 6858000 h 6858000"/>
              <a:gd name="connsiteX5" fmla="*/ 6849108 w 8382633"/>
              <a:gd name="connsiteY5" fmla="*/ 6858000 h 6858000"/>
              <a:gd name="connsiteX6" fmla="*/ 1533525 w 8382633"/>
              <a:gd name="connsiteY6" fmla="*/ 6858000 h 6858000"/>
              <a:gd name="connsiteX7" fmla="*/ 0 w 8382633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633" h="6858000">
                <a:moveTo>
                  <a:pt x="1544125" y="0"/>
                </a:moveTo>
                <a:lnTo>
                  <a:pt x="3077650" y="0"/>
                </a:lnTo>
                <a:lnTo>
                  <a:pt x="6849108" y="0"/>
                </a:lnTo>
                <a:lnTo>
                  <a:pt x="8382633" y="0"/>
                </a:lnTo>
                <a:lnTo>
                  <a:pt x="8382633" y="6858000"/>
                </a:lnTo>
                <a:lnTo>
                  <a:pt x="6849108" y="6858000"/>
                </a:lnTo>
                <a:lnTo>
                  <a:pt x="1533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90A267F1-327F-405E-AAAF-F4D7F4F539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713" y="3306563"/>
            <a:ext cx="4563275" cy="430887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Subheading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B110AE-7CE8-4541-ACC8-0A2D5097F2B6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5088049" y="0"/>
            <a:ext cx="1308585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id="{302E1A16-F6D6-87D2-5332-F90F1125F35A}"/>
              </a:ext>
            </a:extLst>
          </p:cNvPr>
          <p:cNvSpPr txBox="1">
            <a:spLocks/>
          </p:cNvSpPr>
          <p:nvPr/>
        </p:nvSpPr>
        <p:spPr>
          <a:xfrm>
            <a:off x="524774" y="2592697"/>
            <a:ext cx="45632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F0EA"/>
                </a:solidFill>
                <a:latin typeface="+mj-lt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10E22-E52D-0F2B-F3EC-79E2497C0DC6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484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0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84F745-6E6C-4684-863E-D8BE5579F4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7"/>
          <a:stretch/>
        </p:blipFill>
        <p:spPr>
          <a:xfrm>
            <a:off x="6876547" y="1736436"/>
            <a:ext cx="5223242" cy="51215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428E25-5016-4039-B7A7-2F931DFE040A}"/>
              </a:ext>
            </a:extLst>
          </p:cNvPr>
          <p:cNvSpPr txBox="1"/>
          <p:nvPr/>
        </p:nvSpPr>
        <p:spPr>
          <a:xfrm>
            <a:off x="1192928" y="1913415"/>
            <a:ext cx="4988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dirty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THANKS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60C8B-A3BA-485F-8BFF-B1AF78623F0F}"/>
              </a:ext>
            </a:extLst>
          </p:cNvPr>
          <p:cNvSpPr txBox="1"/>
          <p:nvPr/>
        </p:nvSpPr>
        <p:spPr>
          <a:xfrm>
            <a:off x="1253192" y="3167420"/>
            <a:ext cx="4813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Any Questions?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30FCD30-4F72-67F5-7820-B4427DFB4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865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s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6428E25-5016-4039-B7A7-2F931DFE040A}"/>
              </a:ext>
            </a:extLst>
          </p:cNvPr>
          <p:cNvSpPr txBox="1"/>
          <p:nvPr/>
        </p:nvSpPr>
        <p:spPr>
          <a:xfrm>
            <a:off x="891782" y="889508"/>
            <a:ext cx="68997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dirty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THANK</a:t>
            </a:r>
            <a:r>
              <a:rPr lang="en-US" sz="8000" baseline="0" dirty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 YOU</a:t>
            </a:r>
            <a:endParaRPr lang="en-US" sz="8000" dirty="0">
              <a:solidFill>
                <a:srgbClr val="00F0EA"/>
              </a:solidFill>
              <a:latin typeface="+mj-lt"/>
              <a:ea typeface="Roboto Light" panose="02000000000000000000" pitchFamily="2" charset="0"/>
            </a:endParaRP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30FCD30-4F72-67F5-7820-B4427DFB43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FA4601AB-6836-47AA-D541-1B4E0FBE49A4}"/>
              </a:ext>
            </a:extLst>
          </p:cNvPr>
          <p:cNvGrpSpPr/>
          <p:nvPr userDrawn="1"/>
        </p:nvGrpSpPr>
        <p:grpSpPr>
          <a:xfrm>
            <a:off x="3044350" y="3377522"/>
            <a:ext cx="2130633" cy="2590970"/>
            <a:chOff x="1018434" y="3345499"/>
            <a:chExt cx="2130633" cy="2590970"/>
          </a:xfrm>
        </p:grpSpPr>
        <p:pic>
          <p:nvPicPr>
            <p:cNvPr id="4" name="Picture 3" descr="The image depicts a QR code, which is a two-dimensional barcode that can be scanned using a smartphone or other device to access specific information.&#10;&#10;AI-generated content may be incorrect.">
              <a:extLst>
                <a:ext uri="{FF2B5EF4-FFF2-40B4-BE49-F238E27FC236}">
                  <a16:creationId xmlns:a16="http://schemas.microsoft.com/office/drawing/2014/main" id="{198BEE4D-86CB-D8A9-E7FA-B855C3C25D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18434" y="3345499"/>
              <a:ext cx="2130633" cy="215282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BB6977-F33E-9984-2554-DBA73CC585A6}"/>
                </a:ext>
              </a:extLst>
            </p:cNvPr>
            <p:cNvSpPr txBox="1"/>
            <p:nvPr userDrawn="1"/>
          </p:nvSpPr>
          <p:spPr>
            <a:xfrm>
              <a:off x="1018434" y="5586108"/>
              <a:ext cx="2091621" cy="3503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WhatsApp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13D635E-2A98-3E59-C4B8-4D3E431C0941}"/>
              </a:ext>
            </a:extLst>
          </p:cNvPr>
          <p:cNvSpPr txBox="1"/>
          <p:nvPr userDrawn="1"/>
        </p:nvSpPr>
        <p:spPr>
          <a:xfrm>
            <a:off x="891782" y="2079127"/>
            <a:ext cx="10408436" cy="789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Follow @Whats</a:t>
            </a:r>
            <a:r>
              <a:rPr lang="en-US" sz="1600" b="1" baseline="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App:</a:t>
            </a:r>
            <a:r>
              <a:rPr lang="en-US" sz="1600" baseline="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sz="1600" i="1" baseline="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https://whatsapp.com/channel/0029VaEFj7IL7UVeLUzDiM1k</a:t>
            </a:r>
            <a:endParaRPr lang="en-US" sz="1600" i="1" dirty="0">
              <a:solidFill>
                <a:schemeClr val="tx2">
                  <a:lumMod val="10000"/>
                  <a:lumOff val="90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Follow @LinkedIn:</a:t>
            </a:r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sz="1600" i="1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https://www.linkedin.com/in/proshailendra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5EFC544-A05D-D02B-AD63-F337A676CF43}"/>
              </a:ext>
            </a:extLst>
          </p:cNvPr>
          <p:cNvGrpSpPr/>
          <p:nvPr userDrawn="1"/>
        </p:nvGrpSpPr>
        <p:grpSpPr>
          <a:xfrm>
            <a:off x="7041191" y="3371967"/>
            <a:ext cx="2131459" cy="2673355"/>
            <a:chOff x="5015275" y="3339944"/>
            <a:chExt cx="2131459" cy="267335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5C1A8F4-7E46-C983-CA94-2A59868FC8A5}"/>
                </a:ext>
              </a:extLst>
            </p:cNvPr>
            <p:cNvSpPr txBox="1"/>
            <p:nvPr userDrawn="1"/>
          </p:nvSpPr>
          <p:spPr>
            <a:xfrm>
              <a:off x="5015275" y="5662938"/>
              <a:ext cx="2131459" cy="3503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LinkedIn</a:t>
              </a:r>
            </a:p>
          </p:txBody>
        </p:sp>
        <p:pic>
          <p:nvPicPr>
            <p:cNvPr id="13" name="Picture 12" descr="The image depicts a QR code with a black background.&#10;&#10;AI-generated content may be incorrect.">
              <a:extLst>
                <a:ext uri="{FF2B5EF4-FFF2-40B4-BE49-F238E27FC236}">
                  <a16:creationId xmlns:a16="http://schemas.microsoft.com/office/drawing/2014/main" id="{E60653D1-1BE6-164C-6F73-9550A54B11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5015275" y="3339944"/>
              <a:ext cx="2131459" cy="215282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57461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23353-AC87-47E7-BD54-928306F48010}"/>
              </a:ext>
            </a:extLst>
          </p:cNvPr>
          <p:cNvSpPr txBox="1"/>
          <p:nvPr/>
        </p:nvSpPr>
        <p:spPr>
          <a:xfrm>
            <a:off x="8954219" y="6343665"/>
            <a:ext cx="27918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105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 2026 Dot Net Tricks Innovation Pvt. Ltd.</a:t>
            </a:r>
            <a:endParaRPr lang="en-IN" sz="105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A4BB0AE5-CB5F-4D47-C947-B0E87FD9B4F0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775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36" r:id="rId19"/>
    <p:sldLayoutId id="2147483737" r:id="rId20"/>
    <p:sldLayoutId id="2147483738" r:id="rId21"/>
    <p:sldLayoutId id="2147483739" r:id="rId22"/>
    <p:sldLayoutId id="2147483740" r:id="rId23"/>
    <p:sldLayoutId id="2147483741" r:id="rId24"/>
    <p:sldLayoutId id="2147483742" r:id="rId25"/>
    <p:sldLayoutId id="2147483743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6D94F-425D-F0B6-C361-901EFC2E60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19315" y="1582615"/>
            <a:ext cx="6098863" cy="4913643"/>
          </a:xfrm>
        </p:spPr>
        <p:txBody>
          <a:bodyPr>
            <a:noAutofit/>
          </a:bodyPr>
          <a:lstStyle/>
          <a:p>
            <a:r>
              <a:rPr lang="en-IN" dirty="0"/>
              <a:t>Challenges Enterprises Face Today</a:t>
            </a:r>
          </a:p>
          <a:p>
            <a:r>
              <a:rPr lang="en-IN" dirty="0"/>
              <a:t>Solution: Intelligent Chat Platform</a:t>
            </a:r>
          </a:p>
          <a:p>
            <a:r>
              <a:rPr lang="en-IN" dirty="0">
                <a:ea typeface="Roboto" panose="02000000000000000000" pitchFamily="2" charset="0"/>
              </a:rPr>
              <a:t>What is RAG?</a:t>
            </a:r>
            <a:endParaRPr lang="en-IN" dirty="0"/>
          </a:p>
          <a:p>
            <a:r>
              <a:rPr lang="en-IN" dirty="0">
                <a:ea typeface="Roboto" panose="02000000000000000000" pitchFamily="2" charset="0"/>
              </a:rPr>
              <a:t>How RAG Work?</a:t>
            </a:r>
            <a:endParaRPr lang="en-IN" dirty="0"/>
          </a:p>
          <a:p>
            <a:r>
              <a:rPr lang="en-IN" dirty="0"/>
              <a:t>Real-World Use Cases</a:t>
            </a:r>
          </a:p>
          <a:p>
            <a:r>
              <a:rPr lang="en-US" dirty="0"/>
              <a:t>Building </a:t>
            </a:r>
            <a:r>
              <a:rPr lang="en-US" dirty="0" err="1"/>
              <a:t>ScholarHat</a:t>
            </a:r>
            <a:r>
              <a:rPr lang="en-US" dirty="0"/>
              <a:t> Chat App</a:t>
            </a:r>
          </a:p>
          <a:p>
            <a:r>
              <a:rPr lang="en-US" dirty="0" err="1"/>
              <a:t>ScholarHat</a:t>
            </a:r>
            <a:r>
              <a:rPr lang="en-US" dirty="0"/>
              <a:t> AI Chat App Components</a:t>
            </a:r>
          </a:p>
          <a:p>
            <a:r>
              <a:rPr lang="en-IN" dirty="0"/>
              <a:t>RAG Architecture on Azure</a:t>
            </a:r>
            <a:endParaRPr lang="en-US" dirty="0"/>
          </a:p>
          <a:p>
            <a:r>
              <a:rPr lang="en-US" dirty="0" err="1"/>
              <a:t>ScholarHat</a:t>
            </a:r>
            <a:r>
              <a:rPr lang="en-US" dirty="0"/>
              <a:t> AI Chat App in Action</a:t>
            </a:r>
          </a:p>
          <a:p>
            <a:r>
              <a:rPr lang="en-US" dirty="0"/>
              <a:t>Q&amp;A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19DD9-BF0A-8670-F474-8E191214AE70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509846" y="422700"/>
            <a:ext cx="6308335" cy="1159916"/>
          </a:xfrm>
        </p:spPr>
        <p:txBody>
          <a:bodyPr>
            <a:normAutofit fontScale="92500"/>
          </a:bodyPr>
          <a:lstStyle/>
          <a:p>
            <a:r>
              <a:rPr lang="en-IN" sz="3600" dirty="0"/>
              <a:t>Build a Scalable AI-Driven Chat Application Using Azure &amp; React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E72685-3876-80F5-3C69-0D198EAD5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8879925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Calibri"/>
              <a:buNone/>
            </a:pPr>
            <a:r>
              <a:rPr lang="en-US" dirty="0">
                <a:ea typeface="Calibri Light" panose="020F0302020204030204" pitchFamily="34" charset="0"/>
                <a:cs typeface="Calibri Light" panose="020F0302020204030204" pitchFamily="34" charset="0"/>
              </a:rPr>
              <a:t>About Mentor</a:t>
            </a:r>
            <a:endParaRPr dirty="0"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4" name="Google Shape;134;p2"/>
          <p:cNvSpPr txBox="1">
            <a:spLocks noGrp="1"/>
          </p:cNvSpPr>
          <p:nvPr>
            <p:ph sz="half" idx="1"/>
          </p:nvPr>
        </p:nvSpPr>
        <p:spPr>
          <a:xfrm>
            <a:off x="493294" y="1268098"/>
            <a:ext cx="8853463" cy="4877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400"/>
              <a:buNone/>
            </a:pPr>
            <a:r>
              <a:rPr lang="en-IN" sz="2200" dirty="0"/>
              <a:t>👑 </a:t>
            </a:r>
            <a:r>
              <a:rPr lang="en-US" sz="2200" dirty="0">
                <a:ea typeface="Calibri Light" panose="020F0302020204030204" pitchFamily="34" charset="0"/>
                <a:cs typeface="Calibri Light" panose="020F0302020204030204" pitchFamily="34" charset="0"/>
              </a:rPr>
              <a:t>Founder &amp; CEO of </a:t>
            </a:r>
            <a:r>
              <a:rPr lang="en-US" sz="2200" dirty="0" err="1">
                <a:ea typeface="Calibri Light" panose="020F0302020204030204" pitchFamily="34" charset="0"/>
                <a:cs typeface="Calibri Light" panose="020F0302020204030204" pitchFamily="34" charset="0"/>
              </a:rPr>
              <a:t>ScholarHat</a:t>
            </a:r>
            <a:r>
              <a:rPr lang="en-US" sz="2200" dirty="0">
                <a:ea typeface="Calibri Light" panose="020F0302020204030204" pitchFamily="34" charset="0"/>
                <a:cs typeface="Calibri Light" panose="020F0302020204030204" pitchFamily="34" charset="0"/>
              </a:rPr>
              <a:t> – a leading EdTech platform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400"/>
              <a:buNone/>
            </a:pPr>
            <a:r>
              <a:rPr lang="en-US" sz="2200" dirty="0">
                <a:ea typeface="Calibri Light" panose="020F0302020204030204" pitchFamily="34" charset="0"/>
                <a:cs typeface="Calibri Light" panose="020F0302020204030204" pitchFamily="34" charset="0"/>
              </a:rPr>
              <a:t>🎤 A Speaker, Solution Architect and Mentor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400"/>
              <a:buNone/>
            </a:pPr>
            <a:r>
              <a:rPr lang="en-US" sz="2200" dirty="0">
                <a:ea typeface="Calibri Light" panose="020F0302020204030204" pitchFamily="34" charset="0"/>
                <a:cs typeface="Calibri Light" panose="020F0302020204030204" pitchFamily="34" charset="0"/>
              </a:rPr>
              <a:t>🏆 10x Microsoft MVP (2016–2025)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400"/>
              <a:buNone/>
            </a:pPr>
            <a:r>
              <a:rPr lang="en-US" sz="2200" dirty="0">
                <a:ea typeface="Calibri Light" panose="020F0302020204030204" pitchFamily="34" charset="0"/>
                <a:cs typeface="Calibri Light" panose="020F0302020204030204" pitchFamily="34" charset="0"/>
              </a:rPr>
              <a:t>👨‍🏫 Corporate Trainer for top MNCs: IBM, Cognizant, Dell &amp; more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400"/>
              <a:buNone/>
            </a:pPr>
            <a:r>
              <a:rPr lang="en-US" sz="2200" dirty="0">
                <a:ea typeface="Calibri Light" panose="020F0302020204030204" pitchFamily="34" charset="0"/>
                <a:cs typeface="Calibri Light" panose="020F0302020204030204" pitchFamily="34" charset="0"/>
              </a:rPr>
              <a:t>🌍 Trained 100,000+ professionals worldwide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400"/>
              <a:buNone/>
            </a:pPr>
            <a:r>
              <a:rPr lang="en-US" sz="2200" dirty="0">
                <a:ea typeface="Calibri Light" panose="020F0302020204030204" pitchFamily="34" charset="0"/>
                <a:cs typeface="Calibri Light" panose="020F0302020204030204" pitchFamily="34" charset="0"/>
              </a:rPr>
              <a:t>📚 Author of 45+ Technical Interview Q&amp;A eBooks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400"/>
              <a:buNone/>
            </a:pPr>
            <a:r>
              <a:rPr lang="en-US" sz="2200" dirty="0">
                <a:ea typeface="Calibri Light" panose="020F0302020204030204" pitchFamily="34" charset="0"/>
                <a:cs typeface="Calibri Light" panose="020F0302020204030204" pitchFamily="34" charset="0"/>
              </a:rPr>
              <a:t>🎓 Mentor of 27+ Courses in programming, cloud, web &amp; AI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400"/>
              <a:buNone/>
            </a:pPr>
            <a:r>
              <a:rPr lang="en-US" sz="2200" dirty="0">
                <a:ea typeface="Calibri Light" panose="020F0302020204030204" pitchFamily="34" charset="0"/>
                <a:cs typeface="Calibri Light" panose="020F0302020204030204" pitchFamily="34" charset="0"/>
              </a:rPr>
              <a:t>📝 Author of 1,000+ Articles in programming, web, cloud, &amp; AI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400"/>
              <a:buNone/>
            </a:pPr>
            <a:r>
              <a:rPr lang="en-US" sz="2200" dirty="0">
                <a:ea typeface="Calibri Light" panose="020F0302020204030204" pitchFamily="34" charset="0"/>
                <a:cs typeface="Calibri Light" panose="020F0302020204030204" pitchFamily="34" charset="0"/>
              </a:rPr>
              <a:t>🚀 </a:t>
            </a:r>
            <a:r>
              <a:rPr lang="en-IN" sz="2200" dirty="0">
                <a:ea typeface="Calibri Light" panose="020F0302020204030204" pitchFamily="34" charset="0"/>
                <a:cs typeface="Calibri Light" panose="020F0302020204030204" pitchFamily="34" charset="0"/>
              </a:rPr>
              <a:t>Empowering AI-Ready Tech Careers &amp; Leadership</a:t>
            </a:r>
            <a:endParaRPr lang="en-US" sz="2200" dirty="0"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40" name="Google Shape;140;p2"/>
          <p:cNvPicPr preferRelativeResize="0"/>
          <p:nvPr/>
        </p:nvPicPr>
        <p:blipFill rotWithShape="1">
          <a:blip r:embed="rId3">
            <a:alphaModFix/>
          </a:blip>
          <a:srcRect l="1770" t="-2745" r="-3915" b="2743"/>
          <a:stretch/>
        </p:blipFill>
        <p:spPr>
          <a:xfrm>
            <a:off x="8026400" y="1946638"/>
            <a:ext cx="4504721" cy="491563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519F18-72A2-223C-B3A2-480C8847E8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🔁 </a:t>
            </a:r>
            <a:r>
              <a:rPr lang="en-IN" b="1" dirty="0"/>
              <a:t>Repetitive questions</a:t>
            </a:r>
            <a:r>
              <a:rPr lang="en-IN" dirty="0"/>
              <a:t> – Agents answer the same FAQs 60% of the time, wasting hours daily.</a:t>
            </a:r>
          </a:p>
          <a:p>
            <a:pPr algn="just"/>
            <a:r>
              <a:rPr lang="en-IN" dirty="0"/>
              <a:t>🧠 </a:t>
            </a:r>
            <a:r>
              <a:rPr lang="en-IN" b="1" dirty="0"/>
              <a:t>Scattered knowledge</a:t>
            </a:r>
            <a:r>
              <a:rPr lang="en-IN" dirty="0"/>
              <a:t> – Information is in emails, PDFs, CRMs, databases, and wikis with no central place to find it.</a:t>
            </a:r>
          </a:p>
          <a:p>
            <a:pPr algn="just"/>
            <a:r>
              <a:rPr lang="en-IN" dirty="0"/>
              <a:t>🐌 </a:t>
            </a:r>
            <a:r>
              <a:rPr lang="en-IN" b="1" dirty="0"/>
              <a:t>Slow responses</a:t>
            </a:r>
            <a:r>
              <a:rPr lang="en-IN" dirty="0"/>
              <a:t> – Customers wait hours or days for basic answers, leading to frustration and anger.</a:t>
            </a:r>
          </a:p>
          <a:p>
            <a:pPr algn="just"/>
            <a:r>
              <a:rPr lang="en-IN" dirty="0"/>
              <a:t>🚫 </a:t>
            </a:r>
            <a:r>
              <a:rPr lang="en-IN" b="1" dirty="0"/>
              <a:t>Inconsistent answers</a:t>
            </a:r>
            <a:r>
              <a:rPr lang="en-IN" dirty="0"/>
              <a:t> – The same question gets different replies across chat, email, and phone, breaking customer trust.</a:t>
            </a:r>
          </a:p>
          <a:p>
            <a:pPr algn="just"/>
            <a:r>
              <a:rPr lang="en-IN" dirty="0"/>
              <a:t>⚠️ </a:t>
            </a:r>
            <a:r>
              <a:rPr lang="en-IN" b="1" dirty="0"/>
              <a:t>No smart scaling</a:t>
            </a:r>
            <a:r>
              <a:rPr lang="en-IN" dirty="0"/>
              <a:t> – More customers mean hiring more agents.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B0E212-4405-7FE6-D98C-C4266D0E1B5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Challenges Enterprises Face Today</a:t>
            </a:r>
          </a:p>
        </p:txBody>
      </p:sp>
    </p:spTree>
    <p:extLst>
      <p:ext uri="{BB962C8B-B14F-4D97-AF65-F5344CB8AC3E}">
        <p14:creationId xmlns:p14="http://schemas.microsoft.com/office/powerpoint/2010/main" val="1931286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ontent Placeholder 37">
            <a:extLst>
              <a:ext uri="{FF2B5EF4-FFF2-40B4-BE49-F238E27FC236}">
                <a16:creationId xmlns:a16="http://schemas.microsoft.com/office/drawing/2014/main" id="{0A340FEF-3A77-EBC1-0136-8134ADDF3B52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Solution: Intelligent Chat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AAC1C-E1E7-BFF2-8BD9-FCFB99924B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9"/>
            <a:ext cx="11122056" cy="1671238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/>
              <a:t>A production-ready AI chat application that combines the power of Azure OpenAI Service with modern web technologies to deliver intelligent, context-aware customer interactions at scale.</a:t>
            </a: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75E55B07-8232-719D-0125-F7BB0459DC82}"/>
              </a:ext>
            </a:extLst>
          </p:cNvPr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FCEEC3DF-9A78-05CF-F917-540FC79CF842}"/>
              </a:ext>
            </a:extLst>
          </p:cNvPr>
          <p:cNvSpPr/>
          <p:nvPr/>
        </p:nvSpPr>
        <p:spPr>
          <a:xfrm>
            <a:off x="1153553" y="3270740"/>
            <a:ext cx="2834640" cy="1645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F1C03434-E6DA-936D-2B62-1FC25BD56199}"/>
              </a:ext>
            </a:extLst>
          </p:cNvPr>
          <p:cNvSpPr/>
          <p:nvPr/>
        </p:nvSpPr>
        <p:spPr>
          <a:xfrm>
            <a:off x="1153553" y="3270740"/>
            <a:ext cx="2834640" cy="7315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71C1F933-105B-58FD-F723-A9D9F9565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873" y="3545060"/>
            <a:ext cx="457200" cy="457200"/>
          </a:xfrm>
          <a:prstGeom prst="rect">
            <a:avLst/>
          </a:prstGeom>
        </p:spPr>
      </p:pic>
      <p:sp>
        <p:nvSpPr>
          <p:cNvPr id="26" name="Text 5">
            <a:extLst>
              <a:ext uri="{FF2B5EF4-FFF2-40B4-BE49-F238E27FC236}">
                <a16:creationId xmlns:a16="http://schemas.microsoft.com/office/drawing/2014/main" id="{FEB47402-1DEA-0035-3552-3E859048A1FC}"/>
              </a:ext>
            </a:extLst>
          </p:cNvPr>
          <p:cNvSpPr/>
          <p:nvPr/>
        </p:nvSpPr>
        <p:spPr>
          <a:xfrm>
            <a:off x="2067953" y="35907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Q&amp;A</a:t>
            </a:r>
            <a:endParaRPr lang="en-US" sz="16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62581128-8767-403E-19B6-2A137AC6DCA1}"/>
              </a:ext>
            </a:extLst>
          </p:cNvPr>
          <p:cNvSpPr/>
          <p:nvPr/>
        </p:nvSpPr>
        <p:spPr>
          <a:xfrm>
            <a:off x="1336433" y="40937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Retrieves accurate answers from your business documents and knowledge base.</a:t>
            </a:r>
            <a:endParaRPr lang="en-US" sz="1400" dirty="0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015239BA-87D5-D211-38AC-BE93F68D5968}"/>
              </a:ext>
            </a:extLst>
          </p:cNvPr>
          <p:cNvSpPr/>
          <p:nvPr/>
        </p:nvSpPr>
        <p:spPr>
          <a:xfrm>
            <a:off x="4629775" y="3270740"/>
            <a:ext cx="2871318" cy="1645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AB69626D-A3D3-A13E-DA87-97EB88F735BE}"/>
              </a:ext>
            </a:extLst>
          </p:cNvPr>
          <p:cNvSpPr/>
          <p:nvPr/>
        </p:nvSpPr>
        <p:spPr>
          <a:xfrm>
            <a:off x="4629776" y="3270740"/>
            <a:ext cx="2871318" cy="55605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1" descr="preencoded.png">
            <a:extLst>
              <a:ext uri="{FF2B5EF4-FFF2-40B4-BE49-F238E27FC236}">
                <a16:creationId xmlns:a16="http://schemas.microsoft.com/office/drawing/2014/main" id="{AC3BD2B9-1B03-BFDC-0BAC-C8448D2B73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096" y="3545060"/>
            <a:ext cx="457200" cy="457200"/>
          </a:xfrm>
          <a:prstGeom prst="rect">
            <a:avLst/>
          </a:prstGeom>
        </p:spPr>
      </p:pic>
      <p:sp>
        <p:nvSpPr>
          <p:cNvPr id="31" name="Text 9">
            <a:extLst>
              <a:ext uri="{FF2B5EF4-FFF2-40B4-BE49-F238E27FC236}">
                <a16:creationId xmlns:a16="http://schemas.microsoft.com/office/drawing/2014/main" id="{852A81EB-DA52-F721-3BAE-3C20A48BBAAA}"/>
              </a:ext>
            </a:extLst>
          </p:cNvPr>
          <p:cNvSpPr/>
          <p:nvPr/>
        </p:nvSpPr>
        <p:spPr>
          <a:xfrm>
            <a:off x="5544175" y="3590780"/>
            <a:ext cx="152986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Reasoning</a:t>
            </a:r>
            <a:endParaRPr lang="en-US" sz="16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A1DF2F36-F411-A549-42F0-A7AED8227B5B}"/>
              </a:ext>
            </a:extLst>
          </p:cNvPr>
          <p:cNvSpPr/>
          <p:nvPr/>
        </p:nvSpPr>
        <p:spPr>
          <a:xfrm>
            <a:off x="4812655" y="4093700"/>
            <a:ext cx="255278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Handles complex public queries with intelligent, human-like responses.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4718C04E-E36E-3775-90C9-1BE148C30608}"/>
              </a:ext>
            </a:extLst>
          </p:cNvPr>
          <p:cNvSpPr/>
          <p:nvPr/>
        </p:nvSpPr>
        <p:spPr>
          <a:xfrm>
            <a:off x="8392381" y="3270740"/>
            <a:ext cx="2834638" cy="1645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ACEF4602-843D-5066-FCEF-DAEA8DF3BF64}"/>
              </a:ext>
            </a:extLst>
          </p:cNvPr>
          <p:cNvSpPr/>
          <p:nvPr/>
        </p:nvSpPr>
        <p:spPr>
          <a:xfrm>
            <a:off x="8392380" y="3270740"/>
            <a:ext cx="2834637" cy="7315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2" descr="preencoded.png">
            <a:extLst>
              <a:ext uri="{FF2B5EF4-FFF2-40B4-BE49-F238E27FC236}">
                <a16:creationId xmlns:a16="http://schemas.microsoft.com/office/drawing/2014/main" id="{102736E2-3FCA-4B5A-2F29-17DE3222FD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6701" y="3545060"/>
            <a:ext cx="457200" cy="457200"/>
          </a:xfrm>
          <a:prstGeom prst="rect">
            <a:avLst/>
          </a:prstGeom>
        </p:spPr>
      </p:pic>
      <p:sp>
        <p:nvSpPr>
          <p:cNvPr id="36" name="Text 13">
            <a:extLst>
              <a:ext uri="{FF2B5EF4-FFF2-40B4-BE49-F238E27FC236}">
                <a16:creationId xmlns:a16="http://schemas.microsoft.com/office/drawing/2014/main" id="{5B2FC453-0A0C-F054-95E1-F23437D2EE7F}"/>
              </a:ext>
            </a:extLst>
          </p:cNvPr>
          <p:cNvSpPr/>
          <p:nvPr/>
        </p:nvSpPr>
        <p:spPr>
          <a:xfrm>
            <a:off x="9306780" y="3590780"/>
            <a:ext cx="151529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APIs</a:t>
            </a:r>
            <a:endParaRPr lang="en-US" sz="1600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21C74205-8010-8BDC-E320-512E628F48DB}"/>
              </a:ext>
            </a:extLst>
          </p:cNvPr>
          <p:cNvSpPr/>
          <p:nvPr/>
        </p:nvSpPr>
        <p:spPr>
          <a:xfrm>
            <a:off x="8575260" y="4093700"/>
            <a:ext cx="25382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IN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securely with your existing CRM and business workflow systems.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78568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6" y="1326039"/>
            <a:ext cx="10921631" cy="2376779"/>
          </a:xfrm>
        </p:spPr>
        <p:txBody>
          <a:bodyPr>
            <a:normAutofit/>
          </a:bodyPr>
          <a:lstStyle/>
          <a:p>
            <a:r>
              <a:rPr lang="en-IN" sz="2400" dirty="0"/>
              <a:t>An AI pattern that bring your data into the LLM at runtime to generate accurate, context-aware response.</a:t>
            </a:r>
          </a:p>
          <a:p>
            <a:r>
              <a:rPr lang="en-IN" sz="2400" dirty="0"/>
              <a:t>🔍 </a:t>
            </a:r>
            <a:r>
              <a:rPr lang="en-IN" sz="2400" b="1" dirty="0"/>
              <a:t>Retrieval System : </a:t>
            </a:r>
            <a:r>
              <a:rPr lang="en-IN" sz="2400" dirty="0"/>
              <a:t>Semantic search over knowledge base (vector DB) </a:t>
            </a:r>
          </a:p>
          <a:p>
            <a:r>
              <a:rPr lang="en-IN" sz="2400" dirty="0"/>
              <a:t>🧠 </a:t>
            </a:r>
            <a:r>
              <a:rPr lang="en-IN" sz="2400" b="1" dirty="0"/>
              <a:t>Context Injection : </a:t>
            </a:r>
            <a:r>
              <a:rPr lang="en-IN" sz="2400" dirty="0"/>
              <a:t>Add retrieved data into prompt </a:t>
            </a:r>
          </a:p>
          <a:p>
            <a:r>
              <a:rPr lang="en-IN" sz="2400" dirty="0"/>
              <a:t>🤖 </a:t>
            </a:r>
            <a:r>
              <a:rPr lang="en-IN" sz="2400" b="1" dirty="0"/>
              <a:t>Generation Model (LLM) : </a:t>
            </a:r>
            <a:r>
              <a:rPr lang="en-IN" sz="2400" dirty="0"/>
              <a:t>Produces grounded, accurate 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4" y="431324"/>
            <a:ext cx="11459219" cy="534839"/>
          </a:xfrm>
        </p:spPr>
        <p:txBody>
          <a:bodyPr>
            <a:normAutofit/>
          </a:bodyPr>
          <a:lstStyle/>
          <a:p>
            <a:r>
              <a:rPr lang="en-IN" dirty="0">
                <a:ea typeface="Roboto" panose="02000000000000000000" pitchFamily="2" charset="0"/>
              </a:rPr>
              <a:t>RAG = Retrieval + Context + Generation</a:t>
            </a:r>
            <a:endParaRPr lang="en-IN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B500EF2-8C86-108D-34B0-558FFF119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2787" y="3687742"/>
            <a:ext cx="6107024" cy="2880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449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A05C0D-6BCA-654D-6DA3-1DEA85E1552B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>
                <a:ea typeface="Roboto" panose="02000000000000000000" pitchFamily="2" charset="0"/>
              </a:rPr>
              <a:t>How RAG Work?</a:t>
            </a:r>
            <a:endParaRPr lang="en-IN" dirty="0"/>
          </a:p>
        </p:txBody>
      </p:sp>
      <p:pic>
        <p:nvPicPr>
          <p:cNvPr id="5" name="Picture 4" descr="The diagram illustrates a process of transforming a user query into an accurate response using a series of steps including embedding, knowledge retrieval, semantic matching, and language model generation.&#10;&#10;AI-generated content may be incorrect.">
            <a:extLst>
              <a:ext uri="{FF2B5EF4-FFF2-40B4-BE49-F238E27FC236}">
                <a16:creationId xmlns:a16="http://schemas.microsoft.com/office/drawing/2014/main" id="{D585D38E-F94F-2F9B-8145-F9A51A92B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790" y="966163"/>
            <a:ext cx="5649246" cy="53510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The image illustrates a structured process for generating accurate responses, starting with a user's query, followed by searching, retrieving relevant knowledge, generating an answer, and ensuring accuracy based on actual documents.&#10;&#10;AI-generated content may be incorrect.">
            <a:extLst>
              <a:ext uri="{FF2B5EF4-FFF2-40B4-BE49-F238E27FC236}">
                <a16:creationId xmlns:a16="http://schemas.microsoft.com/office/drawing/2014/main" id="{95BBF693-EB15-6A8E-5BDC-E6FF73F2BD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524" r="29208"/>
          <a:stretch>
            <a:fillRect/>
          </a:stretch>
        </p:blipFill>
        <p:spPr>
          <a:xfrm>
            <a:off x="994785" y="1654852"/>
            <a:ext cx="2426677" cy="35482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A1557657-647C-1404-C1B2-A59431E2A401}"/>
              </a:ext>
            </a:extLst>
          </p:cNvPr>
          <p:cNvSpPr/>
          <p:nvPr/>
        </p:nvSpPr>
        <p:spPr>
          <a:xfrm>
            <a:off x="4149053" y="3481754"/>
            <a:ext cx="813917" cy="602901"/>
          </a:xfrm>
          <a:prstGeom prst="rightArrow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36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B173D-8041-D2FA-CEE0-93215E52F84B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Real-World Use Cases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68995B8-D8F3-79DF-F220-26BD271749AD}"/>
              </a:ext>
            </a:extLst>
          </p:cNvPr>
          <p:cNvGrpSpPr/>
          <p:nvPr/>
        </p:nvGrpSpPr>
        <p:grpSpPr>
          <a:xfrm>
            <a:off x="731519" y="1256693"/>
            <a:ext cx="9156059" cy="1048043"/>
            <a:chOff x="731519" y="1256043"/>
            <a:chExt cx="8834511" cy="1048043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8833EFF0-54DB-BE2E-42B8-842780560AA5}"/>
                </a:ext>
              </a:extLst>
            </p:cNvPr>
            <p:cNvSpPr/>
            <p:nvPr/>
          </p:nvSpPr>
          <p:spPr>
            <a:xfrm>
              <a:off x="731519" y="1256043"/>
              <a:ext cx="8834511" cy="1048043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EA35735C-2847-B002-A970-F7C86C3573D0}"/>
                </a:ext>
              </a:extLst>
            </p:cNvPr>
            <p:cNvSpPr/>
            <p:nvPr/>
          </p:nvSpPr>
          <p:spPr>
            <a:xfrm>
              <a:off x="731519" y="1256043"/>
              <a:ext cx="105173" cy="1048043"/>
            </a:xfrm>
            <a:prstGeom prst="rect">
              <a:avLst/>
            </a:prstGeom>
            <a:solidFill>
              <a:schemeClr val="accent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F41FF9A8-4F61-FA33-40C1-E396349A28FC}"/>
                </a:ext>
              </a:extLst>
            </p:cNvPr>
            <p:cNvSpPr/>
            <p:nvPr/>
          </p:nvSpPr>
          <p:spPr>
            <a:xfrm>
              <a:off x="1005839" y="1347483"/>
              <a:ext cx="8203475" cy="3493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D2D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E-commerce Product Recommendations</a:t>
              </a:r>
              <a:endParaRPr lang="en-US" sz="20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8945FA21-15DB-436A-9FC6-BF4CBD4C22A4}"/>
                </a:ext>
              </a:extLst>
            </p:cNvPr>
            <p:cNvSpPr/>
            <p:nvPr/>
          </p:nvSpPr>
          <p:spPr>
            <a:xfrm>
              <a:off x="1005839" y="1714045"/>
              <a:ext cx="8203475" cy="41921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Intelligent product discovery based on customer preferences, order history, and real-time inventory data.</a:t>
              </a:r>
              <a:endParaRPr lang="en-US" sz="14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791E169-D11C-FB99-A751-85560AD237B7}"/>
              </a:ext>
            </a:extLst>
          </p:cNvPr>
          <p:cNvGrpSpPr/>
          <p:nvPr/>
        </p:nvGrpSpPr>
        <p:grpSpPr>
          <a:xfrm>
            <a:off x="731519" y="2425672"/>
            <a:ext cx="9156059" cy="1048043"/>
            <a:chOff x="731519" y="2425672"/>
            <a:chExt cx="8834511" cy="1048043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4952E6B2-011C-5E29-15E3-08E85E01A464}"/>
                </a:ext>
              </a:extLst>
            </p:cNvPr>
            <p:cNvSpPr/>
            <p:nvPr/>
          </p:nvSpPr>
          <p:spPr>
            <a:xfrm>
              <a:off x="731519" y="2425672"/>
              <a:ext cx="8834511" cy="1048043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247BE292-2763-6A65-C176-889D0ED32D78}"/>
                </a:ext>
              </a:extLst>
            </p:cNvPr>
            <p:cNvSpPr/>
            <p:nvPr/>
          </p:nvSpPr>
          <p:spPr>
            <a:xfrm>
              <a:off x="731519" y="2425672"/>
              <a:ext cx="105173" cy="104804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59AEF170-B0B5-2192-E871-D96812832380}"/>
                </a:ext>
              </a:extLst>
            </p:cNvPr>
            <p:cNvSpPr/>
            <p:nvPr/>
          </p:nvSpPr>
          <p:spPr>
            <a:xfrm>
              <a:off x="1005839" y="2557304"/>
              <a:ext cx="8203475" cy="3493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D2D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Financial Services Support</a:t>
              </a:r>
              <a:endParaRPr lang="en-US" sz="20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74389113-A721-3F94-0D18-8E176ED8356A}"/>
                </a:ext>
              </a:extLst>
            </p:cNvPr>
            <p:cNvSpPr/>
            <p:nvPr/>
          </p:nvSpPr>
          <p:spPr>
            <a:xfrm>
              <a:off x="1005839" y="2888696"/>
              <a:ext cx="8424539" cy="41921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Account inquiries, transaction history, investment guidance, and secure document retrieval with full compliance.</a:t>
              </a:r>
              <a:endParaRPr lang="en-US" sz="14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59E7A2F-B8A7-CACF-2F03-B1C6AB533B68}"/>
              </a:ext>
            </a:extLst>
          </p:cNvPr>
          <p:cNvGrpSpPr/>
          <p:nvPr/>
        </p:nvGrpSpPr>
        <p:grpSpPr>
          <a:xfrm>
            <a:off x="731519" y="3595296"/>
            <a:ext cx="9156059" cy="1048043"/>
            <a:chOff x="731519" y="3595296"/>
            <a:chExt cx="8834511" cy="1048043"/>
          </a:xfrm>
        </p:grpSpPr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1DBACDFB-F90D-D687-D26A-E59F4AB7F1C5}"/>
                </a:ext>
              </a:extLst>
            </p:cNvPr>
            <p:cNvSpPr/>
            <p:nvPr/>
          </p:nvSpPr>
          <p:spPr>
            <a:xfrm>
              <a:off x="731519" y="3595296"/>
              <a:ext cx="8834511" cy="1048043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35880230-D463-553E-F22F-351344B69FE6}"/>
                </a:ext>
              </a:extLst>
            </p:cNvPr>
            <p:cNvSpPr/>
            <p:nvPr/>
          </p:nvSpPr>
          <p:spPr>
            <a:xfrm>
              <a:off x="731519" y="3595296"/>
              <a:ext cx="105173" cy="104804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19F723C8-84DC-0144-21EA-A800A1BDA615}"/>
                </a:ext>
              </a:extLst>
            </p:cNvPr>
            <p:cNvSpPr/>
            <p:nvPr/>
          </p:nvSpPr>
          <p:spPr>
            <a:xfrm>
              <a:off x="1005839" y="3736976"/>
              <a:ext cx="8203475" cy="3493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D2D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Healthcare Patient Engagement</a:t>
              </a:r>
              <a:endParaRPr lang="en-US" sz="200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4141F054-1236-CD28-FBFA-638D94887B70}"/>
                </a:ext>
              </a:extLst>
            </p:cNvPr>
            <p:cNvSpPr/>
            <p:nvPr/>
          </p:nvSpPr>
          <p:spPr>
            <a:xfrm>
              <a:off x="1005838" y="4100431"/>
              <a:ext cx="8203475" cy="41921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Appointment scheduling, symptom triage, prescription refills, and personalized health education content.</a:t>
              </a:r>
              <a:endParaRPr lang="en-US" sz="14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78E6E00-DEBE-AA18-1B0F-5AD6C51F35E5}"/>
              </a:ext>
            </a:extLst>
          </p:cNvPr>
          <p:cNvGrpSpPr/>
          <p:nvPr/>
        </p:nvGrpSpPr>
        <p:grpSpPr>
          <a:xfrm>
            <a:off x="731519" y="4774976"/>
            <a:ext cx="9156059" cy="1048043"/>
            <a:chOff x="731519" y="4774976"/>
            <a:chExt cx="8834511" cy="1048043"/>
          </a:xfrm>
        </p:grpSpPr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CA30EAA5-BB4D-B689-0968-AC331F1950F0}"/>
                </a:ext>
              </a:extLst>
            </p:cNvPr>
            <p:cNvSpPr/>
            <p:nvPr/>
          </p:nvSpPr>
          <p:spPr>
            <a:xfrm>
              <a:off x="731519" y="4774976"/>
              <a:ext cx="8834511" cy="1048043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54B1283C-5BF8-4B42-BAEF-FD8026E032F9}"/>
                </a:ext>
              </a:extLst>
            </p:cNvPr>
            <p:cNvSpPr/>
            <p:nvPr/>
          </p:nvSpPr>
          <p:spPr>
            <a:xfrm>
              <a:off x="731519" y="4774976"/>
              <a:ext cx="105173" cy="104804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53969AF8-DEBA-0B15-1D43-31A616533E65}"/>
                </a:ext>
              </a:extLst>
            </p:cNvPr>
            <p:cNvSpPr/>
            <p:nvPr/>
          </p:nvSpPr>
          <p:spPr>
            <a:xfrm>
              <a:off x="1005839" y="4901584"/>
              <a:ext cx="8203475" cy="3493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D2D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Enterprise Knowledge Management</a:t>
              </a:r>
              <a:endParaRPr lang="en-US" sz="2000" dirty="0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189E2F65-5345-6735-1D07-12C94AB58FFD}"/>
                </a:ext>
              </a:extLst>
            </p:cNvPr>
            <p:cNvSpPr/>
            <p:nvPr/>
          </p:nvSpPr>
          <p:spPr>
            <a:xfrm>
              <a:off x="1005839" y="5253077"/>
              <a:ext cx="8499902" cy="41921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Internal HR policies, IT troubleshooting, onboarding resources, and company documentation search for employees.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50397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132562-4C59-4C84-1646-E224AD43A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</a:t>
            </a:r>
            <a:r>
              <a:rPr lang="en-US" dirty="0" err="1"/>
              <a:t>ScholarHat</a:t>
            </a:r>
            <a:r>
              <a:rPr lang="en-US"/>
              <a:t> AI Chat </a:t>
            </a:r>
            <a:r>
              <a:rPr lang="en-US" dirty="0"/>
              <a:t>App</a:t>
            </a:r>
          </a:p>
        </p:txBody>
      </p:sp>
    </p:spTree>
    <p:extLst>
      <p:ext uri="{BB962C8B-B14F-4D97-AF65-F5344CB8AC3E}">
        <p14:creationId xmlns:p14="http://schemas.microsoft.com/office/powerpoint/2010/main" val="392980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EA7A8-C17E-5DD9-BEB1-7AC46054621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 err="1"/>
              <a:t>ScholarHat</a:t>
            </a:r>
            <a:r>
              <a:rPr lang="en-US" dirty="0"/>
              <a:t> AI Chat App</a:t>
            </a:r>
            <a:r>
              <a:rPr lang="en-IN" dirty="0"/>
              <a:t> Architecture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01DE0DC0-BB3B-6916-9D53-CA8FC11E56C0}"/>
              </a:ext>
            </a:extLst>
          </p:cNvPr>
          <p:cNvSpPr/>
          <p:nvPr/>
        </p:nvSpPr>
        <p:spPr>
          <a:xfrm>
            <a:off x="743578" y="4878476"/>
            <a:ext cx="1087177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chemeClr val="tx2">
                    <a:lumMod val="10000"/>
                    <a:lumOff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User Query → React UI → Backend API → Azure OpenAI + Vector Search → Intelligent Response</a:t>
            </a:r>
            <a:endParaRPr lang="en-US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B0AAD3C9-2115-5D7B-46BF-72A0D85684AC}"/>
              </a:ext>
            </a:extLst>
          </p:cNvPr>
          <p:cNvSpPr/>
          <p:nvPr/>
        </p:nvSpPr>
        <p:spPr>
          <a:xfrm rot="5400000">
            <a:off x="7797521" y="2680152"/>
            <a:ext cx="592853" cy="4572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CDC50CCB-4AAD-FFFA-1E85-646AB7D16D6F}"/>
              </a:ext>
            </a:extLst>
          </p:cNvPr>
          <p:cNvSpPr/>
          <p:nvPr/>
        </p:nvSpPr>
        <p:spPr>
          <a:xfrm rot="10800000">
            <a:off x="5198013" y="1990078"/>
            <a:ext cx="592853" cy="4572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4E307A6F-2D28-73B4-E490-EC0A5B90FE05}"/>
              </a:ext>
            </a:extLst>
          </p:cNvPr>
          <p:cNvSpPr/>
          <p:nvPr/>
        </p:nvSpPr>
        <p:spPr>
          <a:xfrm>
            <a:off x="5128178" y="1624318"/>
            <a:ext cx="592853" cy="45720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C09372C1-30C4-B425-CE96-955C92432210}"/>
              </a:ext>
            </a:extLst>
          </p:cNvPr>
          <p:cNvSpPr/>
          <p:nvPr/>
        </p:nvSpPr>
        <p:spPr>
          <a:xfrm rot="16200000">
            <a:off x="7422384" y="2764284"/>
            <a:ext cx="592853" cy="457200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02D6BE73-D768-735B-0B3C-096F848F3730}"/>
              </a:ext>
            </a:extLst>
          </p:cNvPr>
          <p:cNvSpPr/>
          <p:nvPr/>
        </p:nvSpPr>
        <p:spPr>
          <a:xfrm rot="10800000">
            <a:off x="5128178" y="3886200"/>
            <a:ext cx="592853" cy="457200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18751BE0-D0A9-987C-16DC-CCBB11025FA9}"/>
              </a:ext>
            </a:extLst>
          </p:cNvPr>
          <p:cNvSpPr/>
          <p:nvPr/>
        </p:nvSpPr>
        <p:spPr>
          <a:xfrm>
            <a:off x="5058343" y="3520440"/>
            <a:ext cx="592853" cy="457200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F1DF12F-B281-8DC1-2965-AC0EBB7EAC1D}"/>
              </a:ext>
            </a:extLst>
          </p:cNvPr>
          <p:cNvGrpSpPr/>
          <p:nvPr/>
        </p:nvGrpSpPr>
        <p:grpSpPr>
          <a:xfrm>
            <a:off x="5973746" y="1522324"/>
            <a:ext cx="3989196" cy="914400"/>
            <a:chOff x="5973746" y="1522324"/>
            <a:chExt cx="3989196" cy="91440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91497D0-2ACA-325E-EAB4-AB699655FF13}"/>
                </a:ext>
              </a:extLst>
            </p:cNvPr>
            <p:cNvGrpSpPr/>
            <p:nvPr/>
          </p:nvGrpSpPr>
          <p:grpSpPr>
            <a:xfrm>
              <a:off x="5973746" y="1522324"/>
              <a:ext cx="3989196" cy="914400"/>
              <a:chOff x="5973746" y="1522324"/>
              <a:chExt cx="3989196" cy="914400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4D907A8D-36D2-09CD-AF4D-E2D7BBCA920C}"/>
                  </a:ext>
                </a:extLst>
              </p:cNvPr>
              <p:cNvGrpSpPr/>
              <p:nvPr/>
            </p:nvGrpSpPr>
            <p:grpSpPr>
              <a:xfrm>
                <a:off x="5973746" y="1522324"/>
                <a:ext cx="3989196" cy="914400"/>
                <a:chOff x="5973746" y="1522324"/>
                <a:chExt cx="3989196" cy="914400"/>
              </a:xfrm>
            </p:grpSpPr>
            <p:sp>
              <p:nvSpPr>
                <p:cNvPr id="14" name="Shape 10">
                  <a:extLst>
                    <a:ext uri="{FF2B5EF4-FFF2-40B4-BE49-F238E27FC236}">
                      <a16:creationId xmlns:a16="http://schemas.microsoft.com/office/drawing/2014/main" id="{B1E34AD0-CF3C-08AF-14BB-A58ABCF9008A}"/>
                    </a:ext>
                  </a:extLst>
                </p:cNvPr>
                <p:cNvSpPr/>
                <p:nvPr/>
              </p:nvSpPr>
              <p:spPr>
                <a:xfrm>
                  <a:off x="5973746" y="1522324"/>
                  <a:ext cx="3989196" cy="914400"/>
                </a:xfrm>
                <a:prstGeom prst="rect">
                  <a:avLst/>
                </a:prstGeom>
                <a:solidFill>
                  <a:srgbClr val="F5F5F5"/>
                </a:solidFill>
                <a:ln/>
              </p:spPr>
              <p:txBody>
                <a:bodyPr/>
                <a:lstStyle/>
                <a:p>
                  <a:endParaRPr lang="en-IN"/>
                </a:p>
              </p:txBody>
            </p:sp>
            <p:pic>
              <p:nvPicPr>
                <p:cNvPr id="16" name="Image 2" descr="preencoded.png">
                  <a:extLst>
                    <a:ext uri="{FF2B5EF4-FFF2-40B4-BE49-F238E27FC236}">
                      <a16:creationId xmlns:a16="http://schemas.microsoft.com/office/drawing/2014/main" id="{775054A5-7962-228A-890D-3E94CF12DD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248066" y="1659484"/>
                  <a:ext cx="365760" cy="365760"/>
                </a:xfrm>
                <a:prstGeom prst="rect">
                  <a:avLst/>
                </a:prstGeom>
              </p:spPr>
            </p:pic>
            <p:sp>
              <p:nvSpPr>
                <p:cNvPr id="17" name="Text 12">
                  <a:extLst>
                    <a:ext uri="{FF2B5EF4-FFF2-40B4-BE49-F238E27FC236}">
                      <a16:creationId xmlns:a16="http://schemas.microsoft.com/office/drawing/2014/main" id="{3D67856A-6CB2-6969-B93B-8CE3D7FB3EF2}"/>
                    </a:ext>
                  </a:extLst>
                </p:cNvPr>
                <p:cNvSpPr/>
                <p:nvPr/>
              </p:nvSpPr>
              <p:spPr>
                <a:xfrm>
                  <a:off x="6705266" y="1659484"/>
                  <a:ext cx="219456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800" b="1" dirty="0">
                      <a:solidFill>
                        <a:srgbClr val="2D2D2D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Backend APIs</a:t>
                  </a:r>
                  <a:endParaRPr lang="en-US" sz="1800" dirty="0"/>
                </a:p>
              </p:txBody>
            </p:sp>
            <p:sp>
              <p:nvSpPr>
                <p:cNvPr id="18" name="Text 13">
                  <a:extLst>
                    <a:ext uri="{FF2B5EF4-FFF2-40B4-BE49-F238E27FC236}">
                      <a16:creationId xmlns:a16="http://schemas.microsoft.com/office/drawing/2014/main" id="{D808168B-595F-19D7-027A-79BA6368EC93}"/>
                    </a:ext>
                  </a:extLst>
                </p:cNvPr>
                <p:cNvSpPr/>
                <p:nvPr/>
              </p:nvSpPr>
              <p:spPr>
                <a:xfrm>
                  <a:off x="6705266" y="1979524"/>
                  <a:ext cx="2594484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200" dirty="0">
                      <a:solidFill>
                        <a:srgbClr val="666666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Secure authentication &amp; routing</a:t>
                  </a:r>
                  <a:endParaRPr lang="en-US" sz="1200" dirty="0"/>
                </a:p>
              </p:txBody>
            </p:sp>
          </p:grpSp>
          <p:sp>
            <p:nvSpPr>
              <p:cNvPr id="15" name="Shape 11">
                <a:extLst>
                  <a:ext uri="{FF2B5EF4-FFF2-40B4-BE49-F238E27FC236}">
                    <a16:creationId xmlns:a16="http://schemas.microsoft.com/office/drawing/2014/main" id="{9E5FB3E2-ACA8-516E-2055-5ED817562A49}"/>
                  </a:ext>
                </a:extLst>
              </p:cNvPr>
              <p:cNvSpPr/>
              <p:nvPr/>
            </p:nvSpPr>
            <p:spPr>
              <a:xfrm>
                <a:off x="5973746" y="1522324"/>
                <a:ext cx="91440" cy="914400"/>
              </a:xfrm>
              <a:prstGeom prst="rect">
                <a:avLst/>
              </a:prstGeom>
              <a:solidFill>
                <a:schemeClr val="accent2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</p:grp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D2E80605-6E89-BE91-5502-91A37D27C3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7341" y="1681883"/>
              <a:ext cx="595282" cy="5952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C8B43D8-7D7B-52D7-C7AE-AE82A32F3B61}"/>
              </a:ext>
            </a:extLst>
          </p:cNvPr>
          <p:cNvGrpSpPr/>
          <p:nvPr/>
        </p:nvGrpSpPr>
        <p:grpSpPr>
          <a:xfrm>
            <a:off x="5973746" y="3429000"/>
            <a:ext cx="3989196" cy="914400"/>
            <a:chOff x="5973746" y="3429000"/>
            <a:chExt cx="3989196" cy="91440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76D47EC-428D-16CA-C9A5-FDC3F2FDCB04}"/>
                </a:ext>
              </a:extLst>
            </p:cNvPr>
            <p:cNvGrpSpPr/>
            <p:nvPr/>
          </p:nvGrpSpPr>
          <p:grpSpPr>
            <a:xfrm>
              <a:off x="5973746" y="3429000"/>
              <a:ext cx="3989196" cy="914400"/>
              <a:chOff x="5973746" y="3429000"/>
              <a:chExt cx="3989196" cy="914400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B61ADE56-11C4-78E1-5647-655667368AD9}"/>
                  </a:ext>
                </a:extLst>
              </p:cNvPr>
              <p:cNvGrpSpPr/>
              <p:nvPr/>
            </p:nvGrpSpPr>
            <p:grpSpPr>
              <a:xfrm>
                <a:off x="5973746" y="3429000"/>
                <a:ext cx="3989196" cy="914400"/>
                <a:chOff x="5973746" y="3429000"/>
                <a:chExt cx="3989196" cy="914400"/>
              </a:xfrm>
            </p:grpSpPr>
            <p:sp>
              <p:nvSpPr>
                <p:cNvPr id="9" name="Shape 6">
                  <a:extLst>
                    <a:ext uri="{FF2B5EF4-FFF2-40B4-BE49-F238E27FC236}">
                      <a16:creationId xmlns:a16="http://schemas.microsoft.com/office/drawing/2014/main" id="{8240A1E9-95B2-68C8-8836-01B31657F07C}"/>
                    </a:ext>
                  </a:extLst>
                </p:cNvPr>
                <p:cNvSpPr/>
                <p:nvPr/>
              </p:nvSpPr>
              <p:spPr>
                <a:xfrm>
                  <a:off x="5973746" y="3429000"/>
                  <a:ext cx="3989196" cy="914400"/>
                </a:xfrm>
                <a:prstGeom prst="rect">
                  <a:avLst/>
                </a:prstGeom>
                <a:solidFill>
                  <a:srgbClr val="F5F5F5"/>
                </a:solidFill>
                <a:ln/>
              </p:spPr>
              <p:txBody>
                <a:bodyPr/>
                <a:lstStyle/>
                <a:p>
                  <a:endParaRPr lang="en-IN"/>
                </a:p>
              </p:txBody>
            </p:sp>
            <p:pic>
              <p:nvPicPr>
                <p:cNvPr id="11" name="Image 1" descr="preencoded.png">
                  <a:extLst>
                    <a:ext uri="{FF2B5EF4-FFF2-40B4-BE49-F238E27FC236}">
                      <a16:creationId xmlns:a16="http://schemas.microsoft.com/office/drawing/2014/main" id="{845A9C3D-CE07-A45A-A8E6-4F4D1A0681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48066" y="3566160"/>
                  <a:ext cx="365760" cy="365760"/>
                </a:xfrm>
                <a:prstGeom prst="rect">
                  <a:avLst/>
                </a:prstGeom>
              </p:spPr>
            </p:pic>
            <p:sp>
              <p:nvSpPr>
                <p:cNvPr id="12" name="Text 8">
                  <a:extLst>
                    <a:ext uri="{FF2B5EF4-FFF2-40B4-BE49-F238E27FC236}">
                      <a16:creationId xmlns:a16="http://schemas.microsoft.com/office/drawing/2014/main" id="{BF24F3C9-C929-98BA-F29D-815FB1B812BD}"/>
                    </a:ext>
                  </a:extLst>
                </p:cNvPr>
                <p:cNvSpPr/>
                <p:nvPr/>
              </p:nvSpPr>
              <p:spPr>
                <a:xfrm>
                  <a:off x="6705265" y="3566160"/>
                  <a:ext cx="2564339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800" b="1" dirty="0">
                      <a:solidFill>
                        <a:srgbClr val="2D2D2D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Azure OpenAI Service</a:t>
                  </a:r>
                  <a:endParaRPr lang="en-US" sz="1800" dirty="0"/>
                </a:p>
              </p:txBody>
            </p:sp>
            <p:sp>
              <p:nvSpPr>
                <p:cNvPr id="13" name="Text 9">
                  <a:extLst>
                    <a:ext uri="{FF2B5EF4-FFF2-40B4-BE49-F238E27FC236}">
                      <a16:creationId xmlns:a16="http://schemas.microsoft.com/office/drawing/2014/main" id="{6F6717E3-7743-FEA4-7578-0D2D9834EF84}"/>
                    </a:ext>
                  </a:extLst>
                </p:cNvPr>
                <p:cNvSpPr/>
                <p:nvPr/>
              </p:nvSpPr>
              <p:spPr>
                <a:xfrm>
                  <a:off x="6705266" y="3886200"/>
                  <a:ext cx="2564338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200" dirty="0">
                      <a:solidFill>
                        <a:srgbClr val="666666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GPT-4 or later for natural language</a:t>
                  </a:r>
                  <a:endParaRPr lang="en-US" sz="1200" dirty="0"/>
                </a:p>
              </p:txBody>
            </p:sp>
          </p:grpSp>
          <p:sp>
            <p:nvSpPr>
              <p:cNvPr id="10" name="Shape 7">
                <a:extLst>
                  <a:ext uri="{FF2B5EF4-FFF2-40B4-BE49-F238E27FC236}">
                    <a16:creationId xmlns:a16="http://schemas.microsoft.com/office/drawing/2014/main" id="{68D41885-8623-52BF-88ED-2127BFA15622}"/>
                  </a:ext>
                </a:extLst>
              </p:cNvPr>
              <p:cNvSpPr/>
              <p:nvPr/>
            </p:nvSpPr>
            <p:spPr>
              <a:xfrm>
                <a:off x="5973746" y="3429000"/>
                <a:ext cx="91440" cy="914400"/>
              </a:xfrm>
              <a:prstGeom prst="rect">
                <a:avLst/>
              </a:prstGeom>
              <a:solidFill>
                <a:srgbClr val="92D050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</p:grpSp>
        <p:pic>
          <p:nvPicPr>
            <p:cNvPr id="28" name="Picture 27" descr="The image depicts a simple, black geometric star shape set against a vivid blue background.&#10;&#10;AI-generated content may be incorrect.">
              <a:extLst>
                <a:ext uri="{FF2B5EF4-FFF2-40B4-BE49-F238E27FC236}">
                  <a16:creationId xmlns:a16="http://schemas.microsoft.com/office/drawing/2014/main" id="{E5358F45-D66B-AFEE-8511-DDD201DE3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27436" y="3625422"/>
              <a:ext cx="535091" cy="535091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7F13A73-2577-31CC-4A0D-04F8634243AC}"/>
              </a:ext>
            </a:extLst>
          </p:cNvPr>
          <p:cNvGrpSpPr/>
          <p:nvPr/>
        </p:nvGrpSpPr>
        <p:grpSpPr>
          <a:xfrm>
            <a:off x="1034981" y="3429000"/>
            <a:ext cx="3840480" cy="914400"/>
            <a:chOff x="1034981" y="3429000"/>
            <a:chExt cx="3840480" cy="91440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108E6F8-FC35-05FC-47B3-0C63C3212DE7}"/>
                </a:ext>
              </a:extLst>
            </p:cNvPr>
            <p:cNvGrpSpPr/>
            <p:nvPr/>
          </p:nvGrpSpPr>
          <p:grpSpPr>
            <a:xfrm>
              <a:off x="1034981" y="3429000"/>
              <a:ext cx="3840480" cy="914400"/>
              <a:chOff x="1034981" y="3429000"/>
              <a:chExt cx="3840480" cy="91440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1024DB9F-908A-81BD-AC98-5D03DDBEB07B}"/>
                  </a:ext>
                </a:extLst>
              </p:cNvPr>
              <p:cNvGrpSpPr/>
              <p:nvPr/>
            </p:nvGrpSpPr>
            <p:grpSpPr>
              <a:xfrm>
                <a:off x="1034981" y="3429000"/>
                <a:ext cx="3840480" cy="914400"/>
                <a:chOff x="1034981" y="3429000"/>
                <a:chExt cx="3840480" cy="914400"/>
              </a:xfrm>
            </p:grpSpPr>
            <p:sp>
              <p:nvSpPr>
                <p:cNvPr id="19" name="Shape 14">
                  <a:extLst>
                    <a:ext uri="{FF2B5EF4-FFF2-40B4-BE49-F238E27FC236}">
                      <a16:creationId xmlns:a16="http://schemas.microsoft.com/office/drawing/2014/main" id="{B00AC55C-0E5D-1059-FABF-0631505C9FFB}"/>
                    </a:ext>
                  </a:extLst>
                </p:cNvPr>
                <p:cNvSpPr/>
                <p:nvPr/>
              </p:nvSpPr>
              <p:spPr>
                <a:xfrm>
                  <a:off x="1034981" y="3429000"/>
                  <a:ext cx="3840480" cy="914400"/>
                </a:xfrm>
                <a:prstGeom prst="rect">
                  <a:avLst/>
                </a:prstGeom>
                <a:solidFill>
                  <a:srgbClr val="F5F5F5"/>
                </a:solidFill>
                <a:ln/>
              </p:spPr>
              <p:txBody>
                <a:bodyPr/>
                <a:lstStyle/>
                <a:p>
                  <a:endParaRPr lang="en-IN"/>
                </a:p>
              </p:txBody>
            </p:sp>
            <p:pic>
              <p:nvPicPr>
                <p:cNvPr id="21" name="Image 3" descr="preencoded.png">
                  <a:extLst>
                    <a:ext uri="{FF2B5EF4-FFF2-40B4-BE49-F238E27FC236}">
                      <a16:creationId xmlns:a16="http://schemas.microsoft.com/office/drawing/2014/main" id="{AE4A903B-8C60-AD09-0936-55062652FD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09301" y="3566160"/>
                  <a:ext cx="365760" cy="365760"/>
                </a:xfrm>
                <a:prstGeom prst="rect">
                  <a:avLst/>
                </a:prstGeom>
              </p:spPr>
            </p:pic>
            <p:sp>
              <p:nvSpPr>
                <p:cNvPr id="22" name="Text 16">
                  <a:extLst>
                    <a:ext uri="{FF2B5EF4-FFF2-40B4-BE49-F238E27FC236}">
                      <a16:creationId xmlns:a16="http://schemas.microsoft.com/office/drawing/2014/main" id="{0A0E5434-4D83-5748-2D89-EE11DE137EF5}"/>
                    </a:ext>
                  </a:extLst>
                </p:cNvPr>
                <p:cNvSpPr/>
                <p:nvPr/>
              </p:nvSpPr>
              <p:spPr>
                <a:xfrm>
                  <a:off x="1766501" y="3566160"/>
                  <a:ext cx="219456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800" b="1" dirty="0">
                      <a:solidFill>
                        <a:srgbClr val="2D2D2D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Vector Database</a:t>
                  </a:r>
                  <a:endParaRPr lang="en-US" sz="1800" dirty="0"/>
                </a:p>
              </p:txBody>
            </p:sp>
            <p:sp>
              <p:nvSpPr>
                <p:cNvPr id="23" name="Text 17">
                  <a:extLst>
                    <a:ext uri="{FF2B5EF4-FFF2-40B4-BE49-F238E27FC236}">
                      <a16:creationId xmlns:a16="http://schemas.microsoft.com/office/drawing/2014/main" id="{07D86A2D-CD3F-4186-3518-045FA9AA2668}"/>
                    </a:ext>
                  </a:extLst>
                </p:cNvPr>
                <p:cNvSpPr/>
                <p:nvPr/>
              </p:nvSpPr>
              <p:spPr>
                <a:xfrm>
                  <a:off x="1766500" y="3886200"/>
                  <a:ext cx="2770331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200" dirty="0">
                      <a:solidFill>
                        <a:srgbClr val="666666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Azure AI Search for embeddings</a:t>
                  </a:r>
                  <a:endParaRPr lang="en-US" sz="1200" dirty="0"/>
                </a:p>
              </p:txBody>
            </p:sp>
          </p:grpSp>
          <p:sp>
            <p:nvSpPr>
              <p:cNvPr id="20" name="Shape 15">
                <a:extLst>
                  <a:ext uri="{FF2B5EF4-FFF2-40B4-BE49-F238E27FC236}">
                    <a16:creationId xmlns:a16="http://schemas.microsoft.com/office/drawing/2014/main" id="{2A88FEE6-4E13-A8C8-8C2B-7AF2075A382D}"/>
                  </a:ext>
                </a:extLst>
              </p:cNvPr>
              <p:cNvSpPr/>
              <p:nvPr/>
            </p:nvSpPr>
            <p:spPr>
              <a:xfrm>
                <a:off x="1034981" y="3429000"/>
                <a:ext cx="91440" cy="9144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</p:grpSp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538E6E3A-78AD-971D-C8B0-C13ED02EDB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2500" y="3520373"/>
              <a:ext cx="720598" cy="7205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1B28E51-6C92-2B9B-F101-A0A2ACFAE199}"/>
              </a:ext>
            </a:extLst>
          </p:cNvPr>
          <p:cNvGrpSpPr/>
          <p:nvPr/>
        </p:nvGrpSpPr>
        <p:grpSpPr>
          <a:xfrm>
            <a:off x="1034981" y="1522324"/>
            <a:ext cx="3840480" cy="914400"/>
            <a:chOff x="1034981" y="1522324"/>
            <a:chExt cx="3840480" cy="91440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E3DC07E-D340-8BB6-6E54-DD35273E562D}"/>
                </a:ext>
              </a:extLst>
            </p:cNvPr>
            <p:cNvGrpSpPr/>
            <p:nvPr/>
          </p:nvGrpSpPr>
          <p:grpSpPr>
            <a:xfrm>
              <a:off x="1034981" y="1522324"/>
              <a:ext cx="3840480" cy="914400"/>
              <a:chOff x="1034981" y="1522324"/>
              <a:chExt cx="3840480" cy="914400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91F40560-B42E-5186-8246-85882076B50F}"/>
                  </a:ext>
                </a:extLst>
              </p:cNvPr>
              <p:cNvGrpSpPr/>
              <p:nvPr/>
            </p:nvGrpSpPr>
            <p:grpSpPr>
              <a:xfrm>
                <a:off x="1034981" y="1522324"/>
                <a:ext cx="3840480" cy="914400"/>
                <a:chOff x="1034981" y="1522324"/>
                <a:chExt cx="3840480" cy="914400"/>
              </a:xfrm>
            </p:grpSpPr>
            <p:sp>
              <p:nvSpPr>
                <p:cNvPr id="4" name="Shape 2">
                  <a:extLst>
                    <a:ext uri="{FF2B5EF4-FFF2-40B4-BE49-F238E27FC236}">
                      <a16:creationId xmlns:a16="http://schemas.microsoft.com/office/drawing/2014/main" id="{81A9A7C5-6230-64BF-4280-E3705E259453}"/>
                    </a:ext>
                  </a:extLst>
                </p:cNvPr>
                <p:cNvSpPr/>
                <p:nvPr/>
              </p:nvSpPr>
              <p:spPr>
                <a:xfrm>
                  <a:off x="1034981" y="1522324"/>
                  <a:ext cx="3840480" cy="914400"/>
                </a:xfrm>
                <a:prstGeom prst="rect">
                  <a:avLst/>
                </a:prstGeom>
                <a:solidFill>
                  <a:srgbClr val="F5F5F5"/>
                </a:solidFill>
                <a:ln/>
              </p:spPr>
              <p:txBody>
                <a:bodyPr/>
                <a:lstStyle/>
                <a:p>
                  <a:endParaRPr lang="en-IN"/>
                </a:p>
              </p:txBody>
            </p:sp>
            <p:pic>
              <p:nvPicPr>
                <p:cNvPr id="6" name="Image 0" descr="preencoded.png">
                  <a:extLst>
                    <a:ext uri="{FF2B5EF4-FFF2-40B4-BE49-F238E27FC236}">
                      <a16:creationId xmlns:a16="http://schemas.microsoft.com/office/drawing/2014/main" id="{3820B85C-6BC3-B75E-9DC1-1A0CAA8DFC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09301" y="1659484"/>
                  <a:ext cx="365760" cy="365760"/>
                </a:xfrm>
                <a:prstGeom prst="rect">
                  <a:avLst/>
                </a:prstGeom>
              </p:spPr>
            </p:pic>
            <p:sp>
              <p:nvSpPr>
                <p:cNvPr id="7" name="Text 4">
                  <a:extLst>
                    <a:ext uri="{FF2B5EF4-FFF2-40B4-BE49-F238E27FC236}">
                      <a16:creationId xmlns:a16="http://schemas.microsoft.com/office/drawing/2014/main" id="{3D853568-3401-0B11-523F-27880C9BC316}"/>
                    </a:ext>
                  </a:extLst>
                </p:cNvPr>
                <p:cNvSpPr/>
                <p:nvPr/>
              </p:nvSpPr>
              <p:spPr>
                <a:xfrm>
                  <a:off x="1766501" y="1659484"/>
                  <a:ext cx="219456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800" b="1" dirty="0">
                      <a:solidFill>
                        <a:srgbClr val="2D2D2D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React Frontend</a:t>
                  </a:r>
                  <a:endParaRPr lang="en-US" sz="1800" dirty="0"/>
                </a:p>
              </p:txBody>
            </p:sp>
            <p:sp>
              <p:nvSpPr>
                <p:cNvPr id="8" name="Text 5">
                  <a:extLst>
                    <a:ext uri="{FF2B5EF4-FFF2-40B4-BE49-F238E27FC236}">
                      <a16:creationId xmlns:a16="http://schemas.microsoft.com/office/drawing/2014/main" id="{A30F0662-7AA1-7970-1383-5E959C291F75}"/>
                    </a:ext>
                  </a:extLst>
                </p:cNvPr>
                <p:cNvSpPr/>
                <p:nvPr/>
              </p:nvSpPr>
              <p:spPr>
                <a:xfrm>
                  <a:off x="1766501" y="1979524"/>
                  <a:ext cx="2524146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200" dirty="0">
                      <a:solidFill>
                        <a:srgbClr val="666666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Modern UI with real-time updates</a:t>
                  </a:r>
                  <a:endParaRPr lang="en-US" sz="1200" dirty="0"/>
                </a:p>
              </p:txBody>
            </p:sp>
          </p:grpSp>
          <p:sp>
            <p:nvSpPr>
              <p:cNvPr id="5" name="Shape 3">
                <a:extLst>
                  <a:ext uri="{FF2B5EF4-FFF2-40B4-BE49-F238E27FC236}">
                    <a16:creationId xmlns:a16="http://schemas.microsoft.com/office/drawing/2014/main" id="{3C2C83AB-7AAD-A90B-C79C-6F65B0D1CEB7}"/>
                  </a:ext>
                </a:extLst>
              </p:cNvPr>
              <p:cNvSpPr/>
              <p:nvPr/>
            </p:nvSpPr>
            <p:spPr>
              <a:xfrm>
                <a:off x="1034981" y="1522324"/>
                <a:ext cx="91440" cy="914400"/>
              </a:xfrm>
              <a:prstGeom prst="rect">
                <a:avLst/>
              </a:prstGeom>
              <a:solidFill>
                <a:srgbClr val="00BCF2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</p:grpSp>
        <p:pic>
          <p:nvPicPr>
            <p:cNvPr id="46" name="Picture 45" descr="The image depicts a vibrant, blue atom model with a central nucleus surrounded by concentric electron shells.&#10;&#10;AI-generated content may be incorrect.">
              <a:extLst>
                <a:ext uri="{FF2B5EF4-FFF2-40B4-BE49-F238E27FC236}">
                  <a16:creationId xmlns:a16="http://schemas.microsoft.com/office/drawing/2014/main" id="{C5674231-05E8-5EAE-E305-1E0813B39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058534" y="1615404"/>
              <a:ext cx="673113" cy="6731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5765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7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23CB75-B24C-7554-85C4-BE8799A742F1}"/>
              </a:ext>
            </a:extLst>
          </p:cNvPr>
          <p:cNvSpPr/>
          <p:nvPr/>
        </p:nvSpPr>
        <p:spPr>
          <a:xfrm>
            <a:off x="3801464" y="3194507"/>
            <a:ext cx="619401" cy="724582"/>
          </a:xfrm>
          <a:custGeom>
            <a:avLst/>
            <a:gdLst>
              <a:gd name="csX0" fmla="*/ 0 w 619401"/>
              <a:gd name="csY0" fmla="*/ 144916 h 724582"/>
              <a:gd name="csX1" fmla="*/ 309701 w 619401"/>
              <a:gd name="csY1" fmla="*/ 144916 h 724582"/>
              <a:gd name="csX2" fmla="*/ 309701 w 619401"/>
              <a:gd name="csY2" fmla="*/ 0 h 724582"/>
              <a:gd name="csX3" fmla="*/ 619401 w 619401"/>
              <a:gd name="csY3" fmla="*/ 362291 h 724582"/>
              <a:gd name="csX4" fmla="*/ 309701 w 619401"/>
              <a:gd name="csY4" fmla="*/ 724582 h 724582"/>
              <a:gd name="csX5" fmla="*/ 309701 w 619401"/>
              <a:gd name="csY5" fmla="*/ 579666 h 724582"/>
              <a:gd name="csX6" fmla="*/ 0 w 619401"/>
              <a:gd name="csY6" fmla="*/ 579666 h 724582"/>
              <a:gd name="csX7" fmla="*/ 0 w 619401"/>
              <a:gd name="csY7" fmla="*/ 144916 h 7245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19401" h="724582">
                <a:moveTo>
                  <a:pt x="0" y="144916"/>
                </a:moveTo>
                <a:lnTo>
                  <a:pt x="309701" y="144916"/>
                </a:lnTo>
                <a:lnTo>
                  <a:pt x="309701" y="0"/>
                </a:lnTo>
                <a:lnTo>
                  <a:pt x="619401" y="362291"/>
                </a:lnTo>
                <a:lnTo>
                  <a:pt x="309701" y="724582"/>
                </a:lnTo>
                <a:lnTo>
                  <a:pt x="309701" y="579666"/>
                </a:lnTo>
                <a:lnTo>
                  <a:pt x="0" y="579666"/>
                </a:lnTo>
                <a:lnTo>
                  <a:pt x="0" y="144916"/>
                </a:lnTo>
                <a:close/>
              </a:path>
            </a:pathLst>
          </a:cu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0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44916" rIns="185820" bIns="144916" numCol="1" spcCol="1270" anchor="ctr" anchorCtr="0">
            <a:noAutofit/>
          </a:bodyPr>
          <a:lstStyle/>
          <a:p>
            <a:pPr marL="0" lvl="0" indent="0"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3100" kern="12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0821C45-0689-105C-13E9-C78C7D94969A}"/>
              </a:ext>
            </a:extLst>
          </p:cNvPr>
          <p:cNvSpPr/>
          <p:nvPr/>
        </p:nvSpPr>
        <p:spPr>
          <a:xfrm>
            <a:off x="7891849" y="3194507"/>
            <a:ext cx="619401" cy="724582"/>
          </a:xfrm>
          <a:custGeom>
            <a:avLst/>
            <a:gdLst>
              <a:gd name="csX0" fmla="*/ 0 w 619401"/>
              <a:gd name="csY0" fmla="*/ 144916 h 724582"/>
              <a:gd name="csX1" fmla="*/ 309701 w 619401"/>
              <a:gd name="csY1" fmla="*/ 144916 h 724582"/>
              <a:gd name="csX2" fmla="*/ 309701 w 619401"/>
              <a:gd name="csY2" fmla="*/ 0 h 724582"/>
              <a:gd name="csX3" fmla="*/ 619401 w 619401"/>
              <a:gd name="csY3" fmla="*/ 362291 h 724582"/>
              <a:gd name="csX4" fmla="*/ 309701 w 619401"/>
              <a:gd name="csY4" fmla="*/ 724582 h 724582"/>
              <a:gd name="csX5" fmla="*/ 309701 w 619401"/>
              <a:gd name="csY5" fmla="*/ 579666 h 724582"/>
              <a:gd name="csX6" fmla="*/ 0 w 619401"/>
              <a:gd name="csY6" fmla="*/ 579666 h 724582"/>
              <a:gd name="csX7" fmla="*/ 0 w 619401"/>
              <a:gd name="csY7" fmla="*/ 144916 h 7245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19401" h="724582">
                <a:moveTo>
                  <a:pt x="0" y="144916"/>
                </a:moveTo>
                <a:lnTo>
                  <a:pt x="309701" y="144916"/>
                </a:lnTo>
                <a:lnTo>
                  <a:pt x="309701" y="0"/>
                </a:lnTo>
                <a:lnTo>
                  <a:pt x="619401" y="362291"/>
                </a:lnTo>
                <a:lnTo>
                  <a:pt x="309701" y="724582"/>
                </a:lnTo>
                <a:lnTo>
                  <a:pt x="309701" y="579666"/>
                </a:lnTo>
                <a:lnTo>
                  <a:pt x="0" y="579666"/>
                </a:lnTo>
                <a:lnTo>
                  <a:pt x="0" y="144916"/>
                </a:lnTo>
                <a:close/>
              </a:path>
            </a:pathLst>
          </a:custGeom>
          <a:solidFill>
            <a:srgbClr val="3C1EBA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0">
            <a:scrgbClr r="0" g="0" b="0"/>
          </a:lnRef>
          <a:fillRef idx="1">
            <a:scrgbClr r="0" g="0" b="0"/>
          </a:fillRef>
          <a:effectRef idx="0">
            <a:schemeClr val="accent4">
              <a:hueOff val="6599937"/>
              <a:satOff val="-29202"/>
              <a:lumOff val="-4903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44916" rIns="185820" bIns="144916" numCol="1" spcCol="1270" anchor="ctr" anchorCtr="0">
            <a:noAutofit/>
          </a:bodyPr>
          <a:lstStyle/>
          <a:p>
            <a:pPr marL="0" lvl="0" indent="0"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3100" kern="1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6D59A-24BB-92EC-B58D-80CE6F090780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 err="1"/>
              <a:t>ScholarHat</a:t>
            </a:r>
            <a:r>
              <a:rPr lang="en-US" dirty="0"/>
              <a:t> AI Chat App Components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1E14B45-E0E6-1C98-B82A-FB41F04CC8FF}"/>
              </a:ext>
            </a:extLst>
          </p:cNvPr>
          <p:cNvGrpSpPr/>
          <p:nvPr/>
        </p:nvGrpSpPr>
        <p:grpSpPr>
          <a:xfrm>
            <a:off x="4677975" y="2186447"/>
            <a:ext cx="2921703" cy="2740702"/>
            <a:chOff x="4713143" y="2271857"/>
            <a:chExt cx="2921703" cy="2740702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7BDA7CB-7DDA-9ADD-8527-802FE07D622B}"/>
                </a:ext>
              </a:extLst>
            </p:cNvPr>
            <p:cNvSpPr/>
            <p:nvPr/>
          </p:nvSpPr>
          <p:spPr>
            <a:xfrm>
              <a:off x="4713143" y="2271857"/>
              <a:ext cx="2921703" cy="2740702"/>
            </a:xfrm>
            <a:custGeom>
              <a:avLst/>
              <a:gdLst>
                <a:gd name="csX0" fmla="*/ 0 w 2921703"/>
                <a:gd name="csY0" fmla="*/ 274070 h 2740702"/>
                <a:gd name="csX1" fmla="*/ 274070 w 2921703"/>
                <a:gd name="csY1" fmla="*/ 0 h 2740702"/>
                <a:gd name="csX2" fmla="*/ 2647633 w 2921703"/>
                <a:gd name="csY2" fmla="*/ 0 h 2740702"/>
                <a:gd name="csX3" fmla="*/ 2921703 w 2921703"/>
                <a:gd name="csY3" fmla="*/ 274070 h 2740702"/>
                <a:gd name="csX4" fmla="*/ 2921703 w 2921703"/>
                <a:gd name="csY4" fmla="*/ 2466632 h 2740702"/>
                <a:gd name="csX5" fmla="*/ 2647633 w 2921703"/>
                <a:gd name="csY5" fmla="*/ 2740702 h 2740702"/>
                <a:gd name="csX6" fmla="*/ 274070 w 2921703"/>
                <a:gd name="csY6" fmla="*/ 2740702 h 2740702"/>
                <a:gd name="csX7" fmla="*/ 0 w 2921703"/>
                <a:gd name="csY7" fmla="*/ 2466632 h 2740702"/>
                <a:gd name="csX8" fmla="*/ 0 w 2921703"/>
                <a:gd name="csY8" fmla="*/ 274070 h 27407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21703" h="2740702">
                  <a:moveTo>
                    <a:pt x="0" y="274070"/>
                  </a:moveTo>
                  <a:cubicBezTo>
                    <a:pt x="0" y="122705"/>
                    <a:pt x="122705" y="0"/>
                    <a:pt x="274070" y="0"/>
                  </a:cubicBezTo>
                  <a:lnTo>
                    <a:pt x="2647633" y="0"/>
                  </a:lnTo>
                  <a:cubicBezTo>
                    <a:pt x="2798998" y="0"/>
                    <a:pt x="2921703" y="122705"/>
                    <a:pt x="2921703" y="274070"/>
                  </a:cubicBezTo>
                  <a:lnTo>
                    <a:pt x="2921703" y="2466632"/>
                  </a:lnTo>
                  <a:cubicBezTo>
                    <a:pt x="2921703" y="2617997"/>
                    <a:pt x="2798998" y="2740702"/>
                    <a:pt x="2647633" y="2740702"/>
                  </a:cubicBezTo>
                  <a:lnTo>
                    <a:pt x="274070" y="2740702"/>
                  </a:lnTo>
                  <a:cubicBezTo>
                    <a:pt x="122705" y="2740702"/>
                    <a:pt x="0" y="2617997"/>
                    <a:pt x="0" y="2466632"/>
                  </a:cubicBezTo>
                  <a:lnTo>
                    <a:pt x="0" y="27407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3299968"/>
                <a:satOff val="-14601"/>
                <a:lumOff val="-2452"/>
                <a:alphaOff val="0"/>
              </a:schemeClr>
            </a:fillRef>
            <a:effectRef idx="0">
              <a:schemeClr val="accent4">
                <a:hueOff val="3299968"/>
                <a:satOff val="-14601"/>
                <a:lumOff val="-245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8852" tIns="148852" rIns="148852" bIns="148852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800" b="1" kern="1200" dirty="0"/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b="1" kern="1200" dirty="0"/>
                <a:t>Azure AI Search</a:t>
              </a:r>
            </a:p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900" kern="1200" dirty="0"/>
            </a:p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Indexing</a:t>
              </a:r>
            </a:p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AI Enrichment</a:t>
              </a:r>
            </a:p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Search Indexes</a:t>
              </a:r>
            </a:p>
          </p:txBody>
        </p:sp>
        <p:pic>
          <p:nvPicPr>
            <p:cNvPr id="2" name="Picture 6">
              <a:extLst>
                <a:ext uri="{FF2B5EF4-FFF2-40B4-BE49-F238E27FC236}">
                  <a16:creationId xmlns:a16="http://schemas.microsoft.com/office/drawing/2014/main" id="{34938143-F175-AEC8-7BE9-ECC729DAB7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6282" y="2405005"/>
              <a:ext cx="720598" cy="7205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0310674-9121-1BC6-9570-1257D719E8A5}"/>
              </a:ext>
            </a:extLst>
          </p:cNvPr>
          <p:cNvGrpSpPr/>
          <p:nvPr/>
        </p:nvGrpSpPr>
        <p:grpSpPr>
          <a:xfrm>
            <a:off x="8768360" y="2186447"/>
            <a:ext cx="2921703" cy="2740702"/>
            <a:chOff x="8803528" y="2271857"/>
            <a:chExt cx="2921703" cy="2740702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9451647-69A1-8236-29FF-783B48DA418B}"/>
                </a:ext>
              </a:extLst>
            </p:cNvPr>
            <p:cNvSpPr/>
            <p:nvPr/>
          </p:nvSpPr>
          <p:spPr>
            <a:xfrm>
              <a:off x="8803528" y="2271857"/>
              <a:ext cx="2921703" cy="2740702"/>
            </a:xfrm>
            <a:custGeom>
              <a:avLst/>
              <a:gdLst>
                <a:gd name="csX0" fmla="*/ 0 w 2921703"/>
                <a:gd name="csY0" fmla="*/ 274070 h 2740702"/>
                <a:gd name="csX1" fmla="*/ 274070 w 2921703"/>
                <a:gd name="csY1" fmla="*/ 0 h 2740702"/>
                <a:gd name="csX2" fmla="*/ 2647633 w 2921703"/>
                <a:gd name="csY2" fmla="*/ 0 h 2740702"/>
                <a:gd name="csX3" fmla="*/ 2921703 w 2921703"/>
                <a:gd name="csY3" fmla="*/ 274070 h 2740702"/>
                <a:gd name="csX4" fmla="*/ 2921703 w 2921703"/>
                <a:gd name="csY4" fmla="*/ 2466632 h 2740702"/>
                <a:gd name="csX5" fmla="*/ 2647633 w 2921703"/>
                <a:gd name="csY5" fmla="*/ 2740702 h 2740702"/>
                <a:gd name="csX6" fmla="*/ 274070 w 2921703"/>
                <a:gd name="csY6" fmla="*/ 2740702 h 2740702"/>
                <a:gd name="csX7" fmla="*/ 0 w 2921703"/>
                <a:gd name="csY7" fmla="*/ 2466632 h 2740702"/>
                <a:gd name="csX8" fmla="*/ 0 w 2921703"/>
                <a:gd name="csY8" fmla="*/ 274070 h 27407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21703" h="2740702">
                  <a:moveTo>
                    <a:pt x="0" y="274070"/>
                  </a:moveTo>
                  <a:cubicBezTo>
                    <a:pt x="0" y="122705"/>
                    <a:pt x="122705" y="0"/>
                    <a:pt x="274070" y="0"/>
                  </a:cubicBezTo>
                  <a:lnTo>
                    <a:pt x="2647633" y="0"/>
                  </a:lnTo>
                  <a:cubicBezTo>
                    <a:pt x="2798998" y="0"/>
                    <a:pt x="2921703" y="122705"/>
                    <a:pt x="2921703" y="274070"/>
                  </a:cubicBezTo>
                  <a:lnTo>
                    <a:pt x="2921703" y="2466632"/>
                  </a:lnTo>
                  <a:cubicBezTo>
                    <a:pt x="2921703" y="2617997"/>
                    <a:pt x="2798998" y="2740702"/>
                    <a:pt x="2647633" y="2740702"/>
                  </a:cubicBezTo>
                  <a:lnTo>
                    <a:pt x="274070" y="2740702"/>
                  </a:lnTo>
                  <a:cubicBezTo>
                    <a:pt x="122705" y="2740702"/>
                    <a:pt x="0" y="2617997"/>
                    <a:pt x="0" y="2466632"/>
                  </a:cubicBezTo>
                  <a:lnTo>
                    <a:pt x="0" y="27407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4">
                <a:hueOff val="6599937"/>
                <a:satOff val="-29202"/>
                <a:lumOff val="-4903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8852" tIns="148852" rIns="148852" bIns="148852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800" b="1" kern="1200" dirty="0"/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800" b="1" kern="1200" dirty="0"/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b="1" kern="1200" dirty="0"/>
                <a:t>Azure OpenAI</a:t>
              </a:r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050" b="1" kern="1200" dirty="0"/>
            </a:p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Embedding Model</a:t>
              </a:r>
            </a:p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Chatbot Completion Model</a:t>
              </a:r>
            </a:p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Playground</a:t>
              </a:r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800" kern="1200" dirty="0"/>
            </a:p>
          </p:txBody>
        </p:sp>
        <p:pic>
          <p:nvPicPr>
            <p:cNvPr id="4" name="Picture 3" descr="The image depicts a simple, black geometric star shape set against a vivid blue background.&#10;&#10;AI-generated content may be incorrect.">
              <a:extLst>
                <a:ext uri="{FF2B5EF4-FFF2-40B4-BE49-F238E27FC236}">
                  <a16:creationId xmlns:a16="http://schemas.microsoft.com/office/drawing/2014/main" id="{BDE3FC7B-C150-22AA-026D-DD076BFCA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22209" y="2450222"/>
              <a:ext cx="488920" cy="488920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98D2C4D-59B3-78C6-DAD8-8448A30586A7}"/>
              </a:ext>
            </a:extLst>
          </p:cNvPr>
          <p:cNvGrpSpPr/>
          <p:nvPr/>
        </p:nvGrpSpPr>
        <p:grpSpPr>
          <a:xfrm>
            <a:off x="587590" y="2186447"/>
            <a:ext cx="2921703" cy="2740702"/>
            <a:chOff x="622758" y="2271857"/>
            <a:chExt cx="2921703" cy="2740702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5933544-DD96-A4C1-E6DF-AABC288FDA0F}"/>
                </a:ext>
              </a:extLst>
            </p:cNvPr>
            <p:cNvSpPr/>
            <p:nvPr/>
          </p:nvSpPr>
          <p:spPr>
            <a:xfrm>
              <a:off x="622758" y="2271857"/>
              <a:ext cx="2921703" cy="2740702"/>
            </a:xfrm>
            <a:custGeom>
              <a:avLst/>
              <a:gdLst>
                <a:gd name="csX0" fmla="*/ 0 w 2921703"/>
                <a:gd name="csY0" fmla="*/ 274070 h 2740702"/>
                <a:gd name="csX1" fmla="*/ 274070 w 2921703"/>
                <a:gd name="csY1" fmla="*/ 0 h 2740702"/>
                <a:gd name="csX2" fmla="*/ 2647633 w 2921703"/>
                <a:gd name="csY2" fmla="*/ 0 h 2740702"/>
                <a:gd name="csX3" fmla="*/ 2921703 w 2921703"/>
                <a:gd name="csY3" fmla="*/ 274070 h 2740702"/>
                <a:gd name="csX4" fmla="*/ 2921703 w 2921703"/>
                <a:gd name="csY4" fmla="*/ 2466632 h 2740702"/>
                <a:gd name="csX5" fmla="*/ 2647633 w 2921703"/>
                <a:gd name="csY5" fmla="*/ 2740702 h 2740702"/>
                <a:gd name="csX6" fmla="*/ 274070 w 2921703"/>
                <a:gd name="csY6" fmla="*/ 2740702 h 2740702"/>
                <a:gd name="csX7" fmla="*/ 0 w 2921703"/>
                <a:gd name="csY7" fmla="*/ 2466632 h 2740702"/>
                <a:gd name="csX8" fmla="*/ 0 w 2921703"/>
                <a:gd name="csY8" fmla="*/ 274070 h 27407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21703" h="2740702">
                  <a:moveTo>
                    <a:pt x="0" y="274070"/>
                  </a:moveTo>
                  <a:cubicBezTo>
                    <a:pt x="0" y="122705"/>
                    <a:pt x="122705" y="0"/>
                    <a:pt x="274070" y="0"/>
                  </a:cubicBezTo>
                  <a:lnTo>
                    <a:pt x="2647633" y="0"/>
                  </a:lnTo>
                  <a:cubicBezTo>
                    <a:pt x="2798998" y="0"/>
                    <a:pt x="2921703" y="122705"/>
                    <a:pt x="2921703" y="274070"/>
                  </a:cubicBezTo>
                  <a:lnTo>
                    <a:pt x="2921703" y="2466632"/>
                  </a:lnTo>
                  <a:cubicBezTo>
                    <a:pt x="2921703" y="2617997"/>
                    <a:pt x="2798998" y="2740702"/>
                    <a:pt x="2647633" y="2740702"/>
                  </a:cubicBezTo>
                  <a:lnTo>
                    <a:pt x="274070" y="2740702"/>
                  </a:lnTo>
                  <a:cubicBezTo>
                    <a:pt x="122705" y="2740702"/>
                    <a:pt x="0" y="2617997"/>
                    <a:pt x="0" y="2466632"/>
                  </a:cubicBezTo>
                  <a:lnTo>
                    <a:pt x="0" y="274070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8852" tIns="148852" rIns="148852" bIns="148852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800" b="1" kern="1200" dirty="0"/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b="1" kern="1200" dirty="0"/>
                <a:t>Data Sources</a:t>
              </a:r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700" kern="1200" dirty="0"/>
            </a:p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Blob Storage</a:t>
              </a:r>
            </a:p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SQL Database</a:t>
              </a:r>
            </a:p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Cosmos DB</a:t>
              </a:r>
            </a:p>
          </p:txBody>
        </p:sp>
        <p:pic>
          <p:nvPicPr>
            <p:cNvPr id="8" name="Picture 7" descr="The image depicts a square layout with four equally sized blue tiles, possibly representing a simplified interface or layout.&#10;&#10;AI-generated content may be incorrect.">
              <a:extLst>
                <a:ext uri="{FF2B5EF4-FFF2-40B4-BE49-F238E27FC236}">
                  <a16:creationId xmlns:a16="http://schemas.microsoft.com/office/drawing/2014/main" id="{CD121671-8F82-B387-35B7-07CEF76D0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69534" y="2405005"/>
              <a:ext cx="576006" cy="5760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508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AD9C6A-3A85-EA83-379D-E4E697154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ScholarHat</a:t>
            </a:r>
            <a:r>
              <a:rPr lang="en-US" dirty="0"/>
              <a:t> AI Chat App In Action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0106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r>
              <a:rPr lang="en-IN" dirty="0"/>
              <a:t>A dedicated, cloud-based search service for enterprise applications.</a:t>
            </a:r>
          </a:p>
          <a:p>
            <a:r>
              <a:rPr lang="en-US" dirty="0"/>
              <a:t>Extracts and organizes useful information from various sources like documents, databases, and web pages</a:t>
            </a:r>
          </a:p>
          <a:p>
            <a:r>
              <a:rPr lang="en-US" dirty="0"/>
              <a:t>Support Cognitive skills which enrich content by detecting language, entities, and sentiment</a:t>
            </a:r>
          </a:p>
          <a:p>
            <a:r>
              <a:rPr lang="en-US" dirty="0"/>
              <a:t>Search results become more relevant and meaningful through semantic ranking</a:t>
            </a:r>
          </a:p>
          <a:p>
            <a:r>
              <a:rPr lang="en-US" dirty="0"/>
              <a:t>Enables users to find insights quickly, improving decision-making &amp; productivity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What is Azure AI Search?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0737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AEE27B-8D63-CCEE-4485-6E1E9456A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r>
              <a:rPr lang="en-IN" dirty="0"/>
              <a:t>A cloud-based Microsoft service offering powerful AI models like GPT-5, GPT-4, GPT-3.5 and Embedding models.</a:t>
            </a:r>
          </a:p>
          <a:p>
            <a:r>
              <a:rPr lang="en-IN" dirty="0"/>
              <a:t>Helps you in:</a:t>
            </a:r>
          </a:p>
          <a:p>
            <a:pPr lvl="1"/>
            <a:r>
              <a:rPr lang="en-IN" dirty="0"/>
              <a:t>Create content – Marketing copy, blogs, product descriptions</a:t>
            </a:r>
          </a:p>
          <a:p>
            <a:pPr lvl="1"/>
            <a:r>
              <a:rPr lang="en-IN" dirty="0"/>
              <a:t>Write code – Generate, fix, and complete code</a:t>
            </a:r>
          </a:p>
          <a:p>
            <a:pPr lvl="1"/>
            <a:r>
              <a:rPr lang="en-IN" dirty="0"/>
              <a:t>Build chatbots – Smart, context-aware conversations</a:t>
            </a:r>
          </a:p>
          <a:p>
            <a:pPr lvl="1"/>
            <a:r>
              <a:rPr lang="en-IN" dirty="0"/>
              <a:t>Search smarter – Understand intent, not just keywords</a:t>
            </a:r>
          </a:p>
          <a:p>
            <a:pPr lvl="1"/>
            <a:r>
              <a:rPr lang="en-IN" dirty="0"/>
              <a:t>Process documents – Summarize contracts, extract insights</a:t>
            </a:r>
          </a:p>
          <a:p>
            <a:pPr lvl="1"/>
            <a:r>
              <a:rPr lang="en-IN" dirty="0"/>
              <a:t>Brainstorm ideas – Storylines, concepts, creative thinking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4DAD2-546B-A405-3139-669C816CC63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IN" dirty="0"/>
              <a:t>Azure Open AI</a:t>
            </a:r>
          </a:p>
        </p:txBody>
      </p:sp>
    </p:spTree>
    <p:extLst>
      <p:ext uri="{BB962C8B-B14F-4D97-AF65-F5344CB8AC3E}">
        <p14:creationId xmlns:p14="http://schemas.microsoft.com/office/powerpoint/2010/main" val="1924288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894B3-9A4A-5973-623F-30C4F8AB214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ScholarHat</a:t>
            </a:r>
            <a:r>
              <a:rPr lang="en-US" dirty="0"/>
              <a:t> AI Chat App:</a:t>
            </a:r>
            <a:r>
              <a:rPr lang="en-IN" dirty="0"/>
              <a:t> RAG Architecture on Azure</a:t>
            </a:r>
          </a:p>
        </p:txBody>
      </p:sp>
      <p:pic>
        <p:nvPicPr>
          <p:cNvPr id="8" name="Picture 7" descr="The diagram illustrates a web application architecture, featuring components such as a web app, search, storage, insight tools, a GPT model, and Microsoft Entra monitoring.&#10;&#10;AI-generated content may be incorrect.">
            <a:extLst>
              <a:ext uri="{FF2B5EF4-FFF2-40B4-BE49-F238E27FC236}">
                <a16:creationId xmlns:a16="http://schemas.microsoft.com/office/drawing/2014/main" id="{98912D69-2DC5-EDE1-1E4F-7ADBB021A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051" y="1493849"/>
            <a:ext cx="8868927" cy="38703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195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9276500"/>
      </p:ext>
    </p:extLst>
  </p:cSld>
  <p:clrMapOvr>
    <a:masterClrMapping/>
  </p:clrMapOvr>
</p:sld>
</file>

<file path=ppt/theme/theme1.xml><?xml version="1.0" encoding="utf-8"?>
<a:theme xmlns:a="http://schemas.openxmlformats.org/drawingml/2006/main" name="ScholarHat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cholarHat Font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ution Architect.pptx" id="{06293316-8F9D-4244-9866-10C23334BAC7}" vid="{991B43C4-B17E-4503-B5C7-59C166CFDC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ScholarHat Theme</Template>
  <TotalTime>2664</TotalTime>
  <Words>1152</Words>
  <Application>Microsoft Office PowerPoint</Application>
  <PresentationFormat>Widescreen</PresentationFormat>
  <Paragraphs>155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Roboto</vt:lpstr>
      <vt:lpstr>Roboto Light</vt:lpstr>
      <vt:lpstr>Segoe UI</vt:lpstr>
      <vt:lpstr>ScholarHat Layout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Building ScholarHat AI Chat App</vt:lpstr>
      <vt:lpstr>PowerPoint Presentation</vt:lpstr>
      <vt:lpstr>PowerPoint Presentation</vt:lpstr>
      <vt:lpstr>ScholarHat AI Chat App In Action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Mobile Apps with Angular, Ionic, Web API and NgCordova</dc:title>
  <dc:creator>Shailendra Chauhan</dc:creator>
  <cp:lastModifiedBy>Shailendra Chauhan</cp:lastModifiedBy>
  <cp:revision>778</cp:revision>
  <dcterms:created xsi:type="dcterms:W3CDTF">2015-04-26T09:42:00Z</dcterms:created>
  <dcterms:modified xsi:type="dcterms:W3CDTF">2026-04-21T04:30:16Z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1033-11.2.0.8942</vt:lpwstr>
  </property>
</Properties>
</file>